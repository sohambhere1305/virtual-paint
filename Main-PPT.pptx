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9"/>
  </p:notesMasterIdLst>
  <p:sldIdLst>
    <p:sldId id="256" r:id="rId2"/>
    <p:sldId id="268" r:id="rId3"/>
    <p:sldId id="257" r:id="rId4"/>
    <p:sldId id="259" r:id="rId5"/>
    <p:sldId id="258" r:id="rId6"/>
    <p:sldId id="262" r:id="rId7"/>
    <p:sldId id="263" r:id="rId8"/>
    <p:sldId id="260" r:id="rId9"/>
    <p:sldId id="261" r:id="rId10"/>
    <p:sldId id="269" r:id="rId11"/>
    <p:sldId id="270" r:id="rId12"/>
    <p:sldId id="271" r:id="rId13"/>
    <p:sldId id="272" r:id="rId14"/>
    <p:sldId id="275" r:id="rId15"/>
    <p:sldId id="274" r:id="rId16"/>
    <p:sldId id="264" r:id="rId17"/>
    <p:sldId id="265" r:id="rId1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4" userDrawn="1">
          <p15:clr>
            <a:srgbClr val="A4A3A4"/>
          </p15:clr>
        </p15:guide>
        <p15:guide id="2" pos="291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98640C6-5562-4F8E-A5B3-0FC9532D65AC}" styleName="Table_0">
    <a:wholeTbl>
      <a:tcTxStyle>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showGuides="1">
      <p:cViewPr varScale="1">
        <p:scale>
          <a:sx n="71" d="100"/>
          <a:sy n="71" d="100"/>
        </p:scale>
        <p:origin x="1782" y="78"/>
      </p:cViewPr>
      <p:guideLst>
        <p:guide orient="horz" pos="2164"/>
        <p:guide pos="291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3" name="Google Shape;113;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1" name="Google Shape;101;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4" name="Google Shape;12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3d7fb9bf72_0_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3d7fb9bf72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3d7fb9bf72_0_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3d7fb9bf72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3d7fb9bf72_0_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3d7fb9bf72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3d7fb9bf72_0_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3d7fb9bf72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3d7fb9bf72_0_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3d7fb9bf72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8" name="Google Shape;198;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8" name="Google Shape;198;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8" name="Google Shape;198;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7" name="Google Shape;207;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85800" y="2130427"/>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 y="3886200"/>
            <a:ext cx="9114181" cy="2961861"/>
          </a:xfrm>
          <a:prstGeom prst="rect">
            <a:avLst/>
          </a:prstGeom>
          <a:noFill/>
          <a:ln>
            <a:noFill/>
          </a:ln>
        </p:spPr>
        <p:txBody>
          <a:bodyPr spcFirstLastPara="1" wrap="square" lIns="91425" tIns="45700" rIns="91425" bIns="45700" anchor="t" anchorCtr="0">
            <a:normAutofit/>
          </a:bodyPr>
          <a:lstStyle>
            <a:lvl1pPr lvl="0" algn="ctr">
              <a:spcBef>
                <a:spcPts val="480"/>
              </a:spcBef>
              <a:spcAft>
                <a:spcPts val="0"/>
              </a:spcAft>
              <a:buClr>
                <a:srgbClr val="888888"/>
              </a:buClr>
              <a:buSzPts val="2400"/>
              <a:buNone/>
              <a:defRPr>
                <a:solidFill>
                  <a:srgbClr val="888888"/>
                </a:solidFill>
              </a:defRPr>
            </a:lvl1pPr>
            <a:lvl2pPr lvl="1" algn="ctr">
              <a:spcBef>
                <a:spcPts val="420"/>
              </a:spcBef>
              <a:spcAft>
                <a:spcPts val="0"/>
              </a:spcAft>
              <a:buClr>
                <a:srgbClr val="888888"/>
              </a:buClr>
              <a:buSzPts val="2100"/>
              <a:buNone/>
              <a:defRPr>
                <a:solidFill>
                  <a:srgbClr val="888888"/>
                </a:solidFill>
              </a:defRPr>
            </a:lvl2pPr>
            <a:lvl3pPr lvl="2" algn="ctr">
              <a:spcBef>
                <a:spcPts val="36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a:endParaRPr/>
          </a:p>
        </p:txBody>
      </p:sp>
      <p:sp>
        <p:nvSpPr>
          <p:cNvPr id="14" name="Google Shape;14;p2"/>
          <p:cNvSpPr txBox="1">
            <a:spLocks noGrp="1"/>
          </p:cNvSpPr>
          <p:nvPr>
            <p:ph type="dt" idx="10"/>
          </p:nvPr>
        </p:nvSpPr>
        <p:spPr>
          <a:xfrm>
            <a:off x="29819" y="6425925"/>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200">
                <a:solidFill>
                  <a:srgbClr val="FF0000"/>
                </a:solidFill>
                <a:latin typeface="Times New Roman" panose="02020603050405020304"/>
                <a:ea typeface="Times New Roman" panose="02020603050405020304"/>
                <a:cs typeface="Times New Roman" panose="02020603050405020304"/>
                <a:sym typeface="Times New Roman" panose="020206030504050203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2378768" y="6406047"/>
            <a:ext cx="5135216" cy="42213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b="0" i="1">
                <a:solidFill>
                  <a:srgbClr val="FF0000"/>
                </a:solidFill>
                <a:latin typeface="Times New Roman" panose="02020603050405020304"/>
                <a:ea typeface="Times New Roman" panose="02020603050405020304"/>
                <a:cs typeface="Times New Roman" panose="02020603050405020304"/>
                <a:sym typeface="Times New Roman" panose="02020603050405020304"/>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16" name="Google Shape;16;p2"/>
          <p:cNvPicPr preferRelativeResize="0"/>
          <p:nvPr/>
        </p:nvPicPr>
        <p:blipFill rotWithShape="1">
          <a:blip r:embed="rId2"/>
          <a:srcRect l="15227" r="15963"/>
          <a:stretch>
            <a:fillRect/>
          </a:stretch>
        </p:blipFill>
        <p:spPr>
          <a:xfrm>
            <a:off x="24848" y="9939"/>
            <a:ext cx="1197666" cy="123245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457200" y="1600202"/>
            <a:ext cx="4038600" cy="4525963"/>
          </a:xfrm>
          <a:prstGeom prst="rect">
            <a:avLst/>
          </a:prstGeom>
          <a:noFill/>
          <a:ln>
            <a:noFill/>
          </a:ln>
        </p:spPr>
        <p:txBody>
          <a:bodyPr spcFirstLastPara="1" wrap="square" lIns="91425" tIns="45700" rIns="91425" bIns="45700" anchor="t" anchorCtr="0">
            <a:normAutofit/>
          </a:bodyPr>
          <a:lstStyle>
            <a:lvl1pPr marL="457200" lvl="0" indent="-361950" algn="l">
              <a:spcBef>
                <a:spcPts val="420"/>
              </a:spcBef>
              <a:spcAft>
                <a:spcPts val="0"/>
              </a:spcAft>
              <a:buClr>
                <a:schemeClr val="dk1"/>
              </a:buClr>
              <a:buSzPts val="2100"/>
              <a:buChar char="•"/>
              <a:defRPr sz="2100"/>
            </a:lvl1pPr>
            <a:lvl2pPr marL="914400" lvl="1" indent="-342900" algn="l">
              <a:spcBef>
                <a:spcPts val="360"/>
              </a:spcBef>
              <a:spcAft>
                <a:spcPts val="0"/>
              </a:spcAft>
              <a:buClr>
                <a:schemeClr val="dk1"/>
              </a:buClr>
              <a:buSzPts val="1800"/>
              <a:buChar char="–"/>
              <a:defRPr sz="1800"/>
            </a:lvl2pPr>
            <a:lvl3pPr marL="1371600" lvl="2" indent="-323850" algn="l">
              <a:spcBef>
                <a:spcPts val="300"/>
              </a:spcBef>
              <a:spcAft>
                <a:spcPts val="0"/>
              </a:spcAft>
              <a:buClr>
                <a:schemeClr val="dk1"/>
              </a:buClr>
              <a:buSzPts val="1500"/>
              <a:buChar char="•"/>
              <a:defRPr sz="1500"/>
            </a:lvl3pPr>
            <a:lvl4pPr marL="1828800" lvl="3" indent="-314325" algn="l">
              <a:spcBef>
                <a:spcPts val="270"/>
              </a:spcBef>
              <a:spcAft>
                <a:spcPts val="0"/>
              </a:spcAft>
              <a:buClr>
                <a:schemeClr val="dk1"/>
              </a:buClr>
              <a:buSzPts val="1350"/>
              <a:buChar char="–"/>
              <a:defRPr sz="1350"/>
            </a:lvl4pPr>
            <a:lvl5pPr marL="2286000" lvl="4" indent="-314325" algn="l">
              <a:spcBef>
                <a:spcPts val="270"/>
              </a:spcBef>
              <a:spcAft>
                <a:spcPts val="0"/>
              </a:spcAft>
              <a:buClr>
                <a:schemeClr val="dk1"/>
              </a:buClr>
              <a:buSzPts val="1350"/>
              <a:buChar char="»"/>
              <a:defRPr sz="1350"/>
            </a:lvl5pPr>
            <a:lvl6pPr marL="2743200" lvl="5" indent="-314325" algn="l">
              <a:spcBef>
                <a:spcPts val="270"/>
              </a:spcBef>
              <a:spcAft>
                <a:spcPts val="0"/>
              </a:spcAft>
              <a:buClr>
                <a:schemeClr val="dk1"/>
              </a:buClr>
              <a:buSzPts val="1350"/>
              <a:buChar char="•"/>
              <a:defRPr sz="1350"/>
            </a:lvl6pPr>
            <a:lvl7pPr marL="3200400" lvl="6" indent="-314325" algn="l">
              <a:spcBef>
                <a:spcPts val="270"/>
              </a:spcBef>
              <a:spcAft>
                <a:spcPts val="0"/>
              </a:spcAft>
              <a:buClr>
                <a:schemeClr val="dk1"/>
              </a:buClr>
              <a:buSzPts val="1350"/>
              <a:buChar char="•"/>
              <a:defRPr sz="1350"/>
            </a:lvl7pPr>
            <a:lvl8pPr marL="3657600" lvl="7" indent="-314325" algn="l">
              <a:spcBef>
                <a:spcPts val="270"/>
              </a:spcBef>
              <a:spcAft>
                <a:spcPts val="0"/>
              </a:spcAft>
              <a:buClr>
                <a:schemeClr val="dk1"/>
              </a:buClr>
              <a:buSzPts val="1350"/>
              <a:buChar char="•"/>
              <a:defRPr sz="1350"/>
            </a:lvl8pPr>
            <a:lvl9pPr marL="4114800" lvl="8" indent="-314325" algn="l">
              <a:spcBef>
                <a:spcPts val="270"/>
              </a:spcBef>
              <a:spcAft>
                <a:spcPts val="0"/>
              </a:spcAft>
              <a:buClr>
                <a:schemeClr val="dk1"/>
              </a:buClr>
              <a:buSzPts val="1350"/>
              <a:buChar char="•"/>
              <a:defRPr sz="1350"/>
            </a:lvl9pPr>
          </a:lstStyle>
          <a:p>
            <a:endParaRPr/>
          </a:p>
        </p:txBody>
      </p:sp>
      <p:sp>
        <p:nvSpPr>
          <p:cNvPr id="32" name="Google Shape;32;p5"/>
          <p:cNvSpPr txBox="1">
            <a:spLocks noGrp="1"/>
          </p:cNvSpPr>
          <p:nvPr>
            <p:ph type="body" idx="2"/>
          </p:nvPr>
        </p:nvSpPr>
        <p:spPr>
          <a:xfrm>
            <a:off x="4648200" y="1600202"/>
            <a:ext cx="4038600" cy="4525963"/>
          </a:xfrm>
          <a:prstGeom prst="rect">
            <a:avLst/>
          </a:prstGeom>
          <a:noFill/>
          <a:ln>
            <a:noFill/>
          </a:ln>
        </p:spPr>
        <p:txBody>
          <a:bodyPr spcFirstLastPara="1" wrap="square" lIns="91425" tIns="45700" rIns="91425" bIns="45700" anchor="t" anchorCtr="0">
            <a:normAutofit/>
          </a:bodyPr>
          <a:lstStyle>
            <a:lvl1pPr marL="457200" lvl="0" indent="-361950" algn="l">
              <a:spcBef>
                <a:spcPts val="420"/>
              </a:spcBef>
              <a:spcAft>
                <a:spcPts val="0"/>
              </a:spcAft>
              <a:buClr>
                <a:schemeClr val="dk1"/>
              </a:buClr>
              <a:buSzPts val="2100"/>
              <a:buChar char="•"/>
              <a:defRPr sz="2100"/>
            </a:lvl1pPr>
            <a:lvl2pPr marL="914400" lvl="1" indent="-342900" algn="l">
              <a:spcBef>
                <a:spcPts val="360"/>
              </a:spcBef>
              <a:spcAft>
                <a:spcPts val="0"/>
              </a:spcAft>
              <a:buClr>
                <a:schemeClr val="dk1"/>
              </a:buClr>
              <a:buSzPts val="1800"/>
              <a:buChar char="–"/>
              <a:defRPr sz="1800"/>
            </a:lvl2pPr>
            <a:lvl3pPr marL="1371600" lvl="2" indent="-323850" algn="l">
              <a:spcBef>
                <a:spcPts val="300"/>
              </a:spcBef>
              <a:spcAft>
                <a:spcPts val="0"/>
              </a:spcAft>
              <a:buClr>
                <a:schemeClr val="dk1"/>
              </a:buClr>
              <a:buSzPts val="1500"/>
              <a:buChar char="•"/>
              <a:defRPr sz="1500"/>
            </a:lvl3pPr>
            <a:lvl4pPr marL="1828800" lvl="3" indent="-314325" algn="l">
              <a:spcBef>
                <a:spcPts val="270"/>
              </a:spcBef>
              <a:spcAft>
                <a:spcPts val="0"/>
              </a:spcAft>
              <a:buClr>
                <a:schemeClr val="dk1"/>
              </a:buClr>
              <a:buSzPts val="1350"/>
              <a:buChar char="–"/>
              <a:defRPr sz="1350"/>
            </a:lvl4pPr>
            <a:lvl5pPr marL="2286000" lvl="4" indent="-314325" algn="l">
              <a:spcBef>
                <a:spcPts val="270"/>
              </a:spcBef>
              <a:spcAft>
                <a:spcPts val="0"/>
              </a:spcAft>
              <a:buClr>
                <a:schemeClr val="dk1"/>
              </a:buClr>
              <a:buSzPts val="1350"/>
              <a:buChar char="»"/>
              <a:defRPr sz="1350"/>
            </a:lvl5pPr>
            <a:lvl6pPr marL="2743200" lvl="5" indent="-314325" algn="l">
              <a:spcBef>
                <a:spcPts val="270"/>
              </a:spcBef>
              <a:spcAft>
                <a:spcPts val="0"/>
              </a:spcAft>
              <a:buClr>
                <a:schemeClr val="dk1"/>
              </a:buClr>
              <a:buSzPts val="1350"/>
              <a:buChar char="•"/>
              <a:defRPr sz="1350"/>
            </a:lvl6pPr>
            <a:lvl7pPr marL="3200400" lvl="6" indent="-314325" algn="l">
              <a:spcBef>
                <a:spcPts val="270"/>
              </a:spcBef>
              <a:spcAft>
                <a:spcPts val="0"/>
              </a:spcAft>
              <a:buClr>
                <a:schemeClr val="dk1"/>
              </a:buClr>
              <a:buSzPts val="1350"/>
              <a:buChar char="•"/>
              <a:defRPr sz="1350"/>
            </a:lvl7pPr>
            <a:lvl8pPr marL="3657600" lvl="7" indent="-314325" algn="l">
              <a:spcBef>
                <a:spcPts val="270"/>
              </a:spcBef>
              <a:spcAft>
                <a:spcPts val="0"/>
              </a:spcAft>
              <a:buClr>
                <a:schemeClr val="dk1"/>
              </a:buClr>
              <a:buSzPts val="1350"/>
              <a:buChar char="•"/>
              <a:defRPr sz="1350"/>
            </a:lvl8pPr>
            <a:lvl9pPr marL="4114800" lvl="8" indent="-314325" algn="l">
              <a:spcBef>
                <a:spcPts val="270"/>
              </a:spcBef>
              <a:spcAft>
                <a:spcPts val="0"/>
              </a:spcAft>
              <a:buClr>
                <a:schemeClr val="dk1"/>
              </a:buClr>
              <a:buSzPts val="1350"/>
              <a:buChar char="•"/>
              <a:defRPr sz="1350"/>
            </a:lvl9pPr>
          </a:lstStyle>
          <a:p>
            <a:endParaRPr/>
          </a:p>
        </p:txBody>
      </p:sp>
      <p:sp>
        <p:nvSpPr>
          <p:cNvPr id="33" name="Google Shape;33;p5"/>
          <p:cNvSpPr txBox="1">
            <a:spLocks noGrp="1"/>
          </p:cNvSpPr>
          <p:nvPr>
            <p:ph type="dt" idx="10"/>
          </p:nvPr>
        </p:nvSpPr>
        <p:spPr>
          <a:xfrm>
            <a:off x="457200" y="6356352"/>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3124200" y="6356352"/>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6553200" y="6356352"/>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3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360"/>
              </a:spcBef>
              <a:spcAft>
                <a:spcPts val="0"/>
              </a:spcAft>
              <a:buClr>
                <a:schemeClr val="dk1"/>
              </a:buClr>
              <a:buSzPts val="1800"/>
              <a:buNone/>
              <a:defRPr sz="1800" b="1"/>
            </a:lvl1pPr>
            <a:lvl2pPr marL="914400" lvl="1" indent="-228600" algn="l">
              <a:spcBef>
                <a:spcPts val="300"/>
              </a:spcBef>
              <a:spcAft>
                <a:spcPts val="0"/>
              </a:spcAft>
              <a:buClr>
                <a:schemeClr val="dk1"/>
              </a:buClr>
              <a:buSzPts val="1500"/>
              <a:buNone/>
              <a:defRPr sz="1500" b="1"/>
            </a:lvl2pPr>
            <a:lvl3pPr marL="1371600" lvl="2" indent="-228600" algn="l">
              <a:spcBef>
                <a:spcPts val="270"/>
              </a:spcBef>
              <a:spcAft>
                <a:spcPts val="0"/>
              </a:spcAft>
              <a:buClr>
                <a:schemeClr val="dk1"/>
              </a:buClr>
              <a:buSzPts val="1350"/>
              <a:buNone/>
              <a:defRPr sz="1350" b="1"/>
            </a:lvl3pPr>
            <a:lvl4pPr marL="1828800" lvl="3" indent="-228600" algn="l">
              <a:spcBef>
                <a:spcPts val="240"/>
              </a:spcBef>
              <a:spcAft>
                <a:spcPts val="0"/>
              </a:spcAft>
              <a:buClr>
                <a:schemeClr val="dk1"/>
              </a:buClr>
              <a:buSzPts val="1200"/>
              <a:buNone/>
              <a:defRPr sz="1200" b="1"/>
            </a:lvl4pPr>
            <a:lvl5pPr marL="2286000" lvl="4" indent="-228600" algn="l">
              <a:spcBef>
                <a:spcPts val="240"/>
              </a:spcBef>
              <a:spcAft>
                <a:spcPts val="0"/>
              </a:spcAft>
              <a:buClr>
                <a:schemeClr val="dk1"/>
              </a:buClr>
              <a:buSzPts val="1200"/>
              <a:buNone/>
              <a:defRPr sz="1200" b="1"/>
            </a:lvl5pPr>
            <a:lvl6pPr marL="2743200" lvl="5" indent="-228600" algn="l">
              <a:spcBef>
                <a:spcPts val="240"/>
              </a:spcBef>
              <a:spcAft>
                <a:spcPts val="0"/>
              </a:spcAft>
              <a:buClr>
                <a:schemeClr val="dk1"/>
              </a:buClr>
              <a:buSzPts val="1200"/>
              <a:buNone/>
              <a:defRPr sz="1200" b="1"/>
            </a:lvl6pPr>
            <a:lvl7pPr marL="3200400" lvl="6" indent="-228600" algn="l">
              <a:spcBef>
                <a:spcPts val="240"/>
              </a:spcBef>
              <a:spcAft>
                <a:spcPts val="0"/>
              </a:spcAft>
              <a:buClr>
                <a:schemeClr val="dk1"/>
              </a:buClr>
              <a:buSzPts val="1200"/>
              <a:buNone/>
              <a:defRPr sz="1200" b="1"/>
            </a:lvl7pPr>
            <a:lvl8pPr marL="3657600" lvl="7" indent="-228600" algn="l">
              <a:spcBef>
                <a:spcPts val="240"/>
              </a:spcBef>
              <a:spcAft>
                <a:spcPts val="0"/>
              </a:spcAft>
              <a:buClr>
                <a:schemeClr val="dk1"/>
              </a:buClr>
              <a:buSzPts val="1200"/>
              <a:buNone/>
              <a:defRPr sz="1200" b="1"/>
            </a:lvl8pPr>
            <a:lvl9pPr marL="4114800" lvl="8" indent="-228600" algn="l">
              <a:spcBef>
                <a:spcPts val="240"/>
              </a:spcBef>
              <a:spcAft>
                <a:spcPts val="0"/>
              </a:spcAft>
              <a:buClr>
                <a:schemeClr val="dk1"/>
              </a:buClr>
              <a:buSzPts val="1200"/>
              <a:buNone/>
              <a:defRPr sz="1200" b="1"/>
            </a:lvl9pPr>
          </a:lstStyle>
          <a:p>
            <a:endParaRPr/>
          </a:p>
        </p:txBody>
      </p:sp>
      <p:sp>
        <p:nvSpPr>
          <p:cNvPr id="39" name="Google Shape;39;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sz="1800"/>
            </a:lvl1pPr>
            <a:lvl2pPr marL="914400" lvl="1" indent="-323850" algn="l">
              <a:spcBef>
                <a:spcPts val="300"/>
              </a:spcBef>
              <a:spcAft>
                <a:spcPts val="0"/>
              </a:spcAft>
              <a:buClr>
                <a:schemeClr val="dk1"/>
              </a:buClr>
              <a:buSzPts val="1500"/>
              <a:buChar char="–"/>
              <a:defRPr sz="1500"/>
            </a:lvl2pPr>
            <a:lvl3pPr marL="1371600" lvl="2" indent="-314325" algn="l">
              <a:spcBef>
                <a:spcPts val="270"/>
              </a:spcBef>
              <a:spcAft>
                <a:spcPts val="0"/>
              </a:spcAft>
              <a:buClr>
                <a:schemeClr val="dk1"/>
              </a:buClr>
              <a:buSzPts val="1350"/>
              <a:buChar char="•"/>
              <a:defRPr sz="1350"/>
            </a:lvl3pPr>
            <a:lvl4pPr marL="1828800" lvl="3" indent="-304800" algn="l">
              <a:spcBef>
                <a:spcPts val="240"/>
              </a:spcBef>
              <a:spcAft>
                <a:spcPts val="0"/>
              </a:spcAft>
              <a:buClr>
                <a:schemeClr val="dk1"/>
              </a:buClr>
              <a:buSzPts val="1200"/>
              <a:buChar char="–"/>
              <a:defRPr sz="1200"/>
            </a:lvl4pPr>
            <a:lvl5pPr marL="2286000" lvl="4" indent="-304800" algn="l">
              <a:spcBef>
                <a:spcPts val="240"/>
              </a:spcBef>
              <a:spcAft>
                <a:spcPts val="0"/>
              </a:spcAft>
              <a:buClr>
                <a:schemeClr val="dk1"/>
              </a:buClr>
              <a:buSzPts val="1200"/>
              <a:buChar char="»"/>
              <a:defRPr sz="1200"/>
            </a:lvl5pPr>
            <a:lvl6pPr marL="2743200" lvl="5" indent="-304800" algn="l">
              <a:spcBef>
                <a:spcPts val="240"/>
              </a:spcBef>
              <a:spcAft>
                <a:spcPts val="0"/>
              </a:spcAft>
              <a:buClr>
                <a:schemeClr val="dk1"/>
              </a:buClr>
              <a:buSzPts val="1200"/>
              <a:buChar char="•"/>
              <a:defRPr sz="1200"/>
            </a:lvl6pPr>
            <a:lvl7pPr marL="3200400" lvl="6" indent="-304800" algn="l">
              <a:spcBef>
                <a:spcPts val="240"/>
              </a:spcBef>
              <a:spcAft>
                <a:spcPts val="0"/>
              </a:spcAft>
              <a:buClr>
                <a:schemeClr val="dk1"/>
              </a:buClr>
              <a:buSzPts val="1200"/>
              <a:buChar char="•"/>
              <a:defRPr sz="1200"/>
            </a:lvl7pPr>
            <a:lvl8pPr marL="3657600" lvl="7" indent="-304800" algn="l">
              <a:spcBef>
                <a:spcPts val="240"/>
              </a:spcBef>
              <a:spcAft>
                <a:spcPts val="0"/>
              </a:spcAft>
              <a:buClr>
                <a:schemeClr val="dk1"/>
              </a:buClr>
              <a:buSzPts val="1200"/>
              <a:buChar char="•"/>
              <a:defRPr sz="1200"/>
            </a:lvl8pPr>
            <a:lvl9pPr marL="4114800" lvl="8" indent="-304800" algn="l">
              <a:spcBef>
                <a:spcPts val="240"/>
              </a:spcBef>
              <a:spcAft>
                <a:spcPts val="0"/>
              </a:spcAft>
              <a:buClr>
                <a:schemeClr val="dk1"/>
              </a:buClr>
              <a:buSzPts val="1200"/>
              <a:buChar char="•"/>
              <a:defRPr sz="1200"/>
            </a:lvl9pPr>
          </a:lstStyle>
          <a:p>
            <a:endParaRPr/>
          </a:p>
        </p:txBody>
      </p:sp>
      <p:sp>
        <p:nvSpPr>
          <p:cNvPr id="40" name="Google Shape;40;p6"/>
          <p:cNvSpPr txBox="1">
            <a:spLocks noGrp="1"/>
          </p:cNvSpPr>
          <p:nvPr>
            <p:ph type="body" idx="3"/>
          </p:nvPr>
        </p:nvSpPr>
        <p:spPr>
          <a:xfrm>
            <a:off x="4645026"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360"/>
              </a:spcBef>
              <a:spcAft>
                <a:spcPts val="0"/>
              </a:spcAft>
              <a:buClr>
                <a:schemeClr val="dk1"/>
              </a:buClr>
              <a:buSzPts val="1800"/>
              <a:buNone/>
              <a:defRPr sz="1800" b="1"/>
            </a:lvl1pPr>
            <a:lvl2pPr marL="914400" lvl="1" indent="-228600" algn="l">
              <a:spcBef>
                <a:spcPts val="300"/>
              </a:spcBef>
              <a:spcAft>
                <a:spcPts val="0"/>
              </a:spcAft>
              <a:buClr>
                <a:schemeClr val="dk1"/>
              </a:buClr>
              <a:buSzPts val="1500"/>
              <a:buNone/>
              <a:defRPr sz="1500" b="1"/>
            </a:lvl2pPr>
            <a:lvl3pPr marL="1371600" lvl="2" indent="-228600" algn="l">
              <a:spcBef>
                <a:spcPts val="270"/>
              </a:spcBef>
              <a:spcAft>
                <a:spcPts val="0"/>
              </a:spcAft>
              <a:buClr>
                <a:schemeClr val="dk1"/>
              </a:buClr>
              <a:buSzPts val="1350"/>
              <a:buNone/>
              <a:defRPr sz="1350" b="1"/>
            </a:lvl3pPr>
            <a:lvl4pPr marL="1828800" lvl="3" indent="-228600" algn="l">
              <a:spcBef>
                <a:spcPts val="240"/>
              </a:spcBef>
              <a:spcAft>
                <a:spcPts val="0"/>
              </a:spcAft>
              <a:buClr>
                <a:schemeClr val="dk1"/>
              </a:buClr>
              <a:buSzPts val="1200"/>
              <a:buNone/>
              <a:defRPr sz="1200" b="1"/>
            </a:lvl4pPr>
            <a:lvl5pPr marL="2286000" lvl="4" indent="-228600" algn="l">
              <a:spcBef>
                <a:spcPts val="240"/>
              </a:spcBef>
              <a:spcAft>
                <a:spcPts val="0"/>
              </a:spcAft>
              <a:buClr>
                <a:schemeClr val="dk1"/>
              </a:buClr>
              <a:buSzPts val="1200"/>
              <a:buNone/>
              <a:defRPr sz="1200" b="1"/>
            </a:lvl5pPr>
            <a:lvl6pPr marL="2743200" lvl="5" indent="-228600" algn="l">
              <a:spcBef>
                <a:spcPts val="240"/>
              </a:spcBef>
              <a:spcAft>
                <a:spcPts val="0"/>
              </a:spcAft>
              <a:buClr>
                <a:schemeClr val="dk1"/>
              </a:buClr>
              <a:buSzPts val="1200"/>
              <a:buNone/>
              <a:defRPr sz="1200" b="1"/>
            </a:lvl6pPr>
            <a:lvl7pPr marL="3200400" lvl="6" indent="-228600" algn="l">
              <a:spcBef>
                <a:spcPts val="240"/>
              </a:spcBef>
              <a:spcAft>
                <a:spcPts val="0"/>
              </a:spcAft>
              <a:buClr>
                <a:schemeClr val="dk1"/>
              </a:buClr>
              <a:buSzPts val="1200"/>
              <a:buNone/>
              <a:defRPr sz="1200" b="1"/>
            </a:lvl7pPr>
            <a:lvl8pPr marL="3657600" lvl="7" indent="-228600" algn="l">
              <a:spcBef>
                <a:spcPts val="240"/>
              </a:spcBef>
              <a:spcAft>
                <a:spcPts val="0"/>
              </a:spcAft>
              <a:buClr>
                <a:schemeClr val="dk1"/>
              </a:buClr>
              <a:buSzPts val="1200"/>
              <a:buNone/>
              <a:defRPr sz="1200" b="1"/>
            </a:lvl8pPr>
            <a:lvl9pPr marL="4114800" lvl="8" indent="-228600" algn="l">
              <a:spcBef>
                <a:spcPts val="240"/>
              </a:spcBef>
              <a:spcAft>
                <a:spcPts val="0"/>
              </a:spcAft>
              <a:buClr>
                <a:schemeClr val="dk1"/>
              </a:buClr>
              <a:buSzPts val="1200"/>
              <a:buNone/>
              <a:defRPr sz="1200" b="1"/>
            </a:lvl9pPr>
          </a:lstStyle>
          <a:p>
            <a:endParaRPr/>
          </a:p>
        </p:txBody>
      </p:sp>
      <p:sp>
        <p:nvSpPr>
          <p:cNvPr id="41" name="Google Shape;41;p6"/>
          <p:cNvSpPr txBox="1">
            <a:spLocks noGrp="1"/>
          </p:cNvSpPr>
          <p:nvPr>
            <p:ph type="body" idx="4"/>
          </p:nvPr>
        </p:nvSpPr>
        <p:spPr>
          <a:xfrm>
            <a:off x="4645026" y="2174875"/>
            <a:ext cx="4041775" cy="3951288"/>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sz="1800"/>
            </a:lvl1pPr>
            <a:lvl2pPr marL="914400" lvl="1" indent="-323850" algn="l">
              <a:spcBef>
                <a:spcPts val="300"/>
              </a:spcBef>
              <a:spcAft>
                <a:spcPts val="0"/>
              </a:spcAft>
              <a:buClr>
                <a:schemeClr val="dk1"/>
              </a:buClr>
              <a:buSzPts val="1500"/>
              <a:buChar char="–"/>
              <a:defRPr sz="1500"/>
            </a:lvl2pPr>
            <a:lvl3pPr marL="1371600" lvl="2" indent="-314325" algn="l">
              <a:spcBef>
                <a:spcPts val="270"/>
              </a:spcBef>
              <a:spcAft>
                <a:spcPts val="0"/>
              </a:spcAft>
              <a:buClr>
                <a:schemeClr val="dk1"/>
              </a:buClr>
              <a:buSzPts val="1350"/>
              <a:buChar char="•"/>
              <a:defRPr sz="1350"/>
            </a:lvl3pPr>
            <a:lvl4pPr marL="1828800" lvl="3" indent="-304800" algn="l">
              <a:spcBef>
                <a:spcPts val="240"/>
              </a:spcBef>
              <a:spcAft>
                <a:spcPts val="0"/>
              </a:spcAft>
              <a:buClr>
                <a:schemeClr val="dk1"/>
              </a:buClr>
              <a:buSzPts val="1200"/>
              <a:buChar char="–"/>
              <a:defRPr sz="1200"/>
            </a:lvl4pPr>
            <a:lvl5pPr marL="2286000" lvl="4" indent="-304800" algn="l">
              <a:spcBef>
                <a:spcPts val="240"/>
              </a:spcBef>
              <a:spcAft>
                <a:spcPts val="0"/>
              </a:spcAft>
              <a:buClr>
                <a:schemeClr val="dk1"/>
              </a:buClr>
              <a:buSzPts val="1200"/>
              <a:buChar char="»"/>
              <a:defRPr sz="1200"/>
            </a:lvl5pPr>
            <a:lvl6pPr marL="2743200" lvl="5" indent="-304800" algn="l">
              <a:spcBef>
                <a:spcPts val="240"/>
              </a:spcBef>
              <a:spcAft>
                <a:spcPts val="0"/>
              </a:spcAft>
              <a:buClr>
                <a:schemeClr val="dk1"/>
              </a:buClr>
              <a:buSzPts val="1200"/>
              <a:buChar char="•"/>
              <a:defRPr sz="1200"/>
            </a:lvl6pPr>
            <a:lvl7pPr marL="3200400" lvl="6" indent="-304800" algn="l">
              <a:spcBef>
                <a:spcPts val="240"/>
              </a:spcBef>
              <a:spcAft>
                <a:spcPts val="0"/>
              </a:spcAft>
              <a:buClr>
                <a:schemeClr val="dk1"/>
              </a:buClr>
              <a:buSzPts val="1200"/>
              <a:buChar char="•"/>
              <a:defRPr sz="1200"/>
            </a:lvl7pPr>
            <a:lvl8pPr marL="3657600" lvl="7" indent="-304800" algn="l">
              <a:spcBef>
                <a:spcPts val="240"/>
              </a:spcBef>
              <a:spcAft>
                <a:spcPts val="0"/>
              </a:spcAft>
              <a:buClr>
                <a:schemeClr val="dk1"/>
              </a:buClr>
              <a:buSzPts val="1200"/>
              <a:buChar char="•"/>
              <a:defRPr sz="1200"/>
            </a:lvl8pPr>
            <a:lvl9pPr marL="4114800" lvl="8" indent="-304800" algn="l">
              <a:spcBef>
                <a:spcPts val="240"/>
              </a:spcBef>
              <a:spcAft>
                <a:spcPts val="0"/>
              </a:spcAft>
              <a:buClr>
                <a:schemeClr val="dk1"/>
              </a:buClr>
              <a:buSzPts val="1200"/>
              <a:buChar char="•"/>
              <a:defRPr sz="1200"/>
            </a:lvl9pPr>
          </a:lstStyle>
          <a:p>
            <a:endParaRPr/>
          </a:p>
        </p:txBody>
      </p:sp>
      <p:sp>
        <p:nvSpPr>
          <p:cNvPr id="42" name="Google Shape;42;p6"/>
          <p:cNvSpPr txBox="1">
            <a:spLocks noGrp="1"/>
          </p:cNvSpPr>
          <p:nvPr>
            <p:ph type="dt" idx="10"/>
          </p:nvPr>
        </p:nvSpPr>
        <p:spPr>
          <a:xfrm>
            <a:off x="457200" y="6356352"/>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3124200" y="6356352"/>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553200" y="6356352"/>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1"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1500"/>
              <a:buFont typeface="Calibri" panose="020F0502020204030204"/>
              <a:buNone/>
              <a:defRPr sz="15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2"/>
            <a:ext cx="5111750" cy="5853113"/>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61950" algn="l">
              <a:spcBef>
                <a:spcPts val="420"/>
              </a:spcBef>
              <a:spcAft>
                <a:spcPts val="0"/>
              </a:spcAft>
              <a:buClr>
                <a:schemeClr val="dk1"/>
              </a:buClr>
              <a:buSzPts val="2100"/>
              <a:buChar char="–"/>
              <a:defRPr sz="2100"/>
            </a:lvl2pPr>
            <a:lvl3pPr marL="1371600" lvl="2" indent="-342900" algn="l">
              <a:spcBef>
                <a:spcPts val="360"/>
              </a:spcBef>
              <a:spcAft>
                <a:spcPts val="0"/>
              </a:spcAft>
              <a:buClr>
                <a:schemeClr val="dk1"/>
              </a:buClr>
              <a:buSzPts val="1800"/>
              <a:buChar char="•"/>
              <a:defRPr sz="18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23850" algn="l">
              <a:spcBef>
                <a:spcPts val="300"/>
              </a:spcBef>
              <a:spcAft>
                <a:spcPts val="0"/>
              </a:spcAft>
              <a:buClr>
                <a:schemeClr val="dk1"/>
              </a:buClr>
              <a:buSzPts val="1500"/>
              <a:buChar char="•"/>
              <a:defRPr sz="1500"/>
            </a:lvl6pPr>
            <a:lvl7pPr marL="3200400" lvl="6" indent="-323850" algn="l">
              <a:spcBef>
                <a:spcPts val="300"/>
              </a:spcBef>
              <a:spcAft>
                <a:spcPts val="0"/>
              </a:spcAft>
              <a:buClr>
                <a:schemeClr val="dk1"/>
              </a:buClr>
              <a:buSzPts val="1500"/>
              <a:buChar char="•"/>
              <a:defRPr sz="1500"/>
            </a:lvl7pPr>
            <a:lvl8pPr marL="3657600" lvl="7" indent="-323850" algn="l">
              <a:spcBef>
                <a:spcPts val="300"/>
              </a:spcBef>
              <a:spcAft>
                <a:spcPts val="0"/>
              </a:spcAft>
              <a:buClr>
                <a:schemeClr val="dk1"/>
              </a:buClr>
              <a:buSzPts val="1500"/>
              <a:buChar char="•"/>
              <a:defRPr sz="1500"/>
            </a:lvl8pPr>
            <a:lvl9pPr marL="4114800" lvl="8" indent="-323850" algn="l">
              <a:spcBef>
                <a:spcPts val="300"/>
              </a:spcBef>
              <a:spcAft>
                <a:spcPts val="0"/>
              </a:spcAft>
              <a:buClr>
                <a:schemeClr val="dk1"/>
              </a:buClr>
              <a:buSzPts val="1500"/>
              <a:buChar char="•"/>
              <a:defRPr sz="1500"/>
            </a:lvl9pPr>
          </a:lstStyle>
          <a:p>
            <a:endParaRPr/>
          </a:p>
        </p:txBody>
      </p:sp>
      <p:sp>
        <p:nvSpPr>
          <p:cNvPr id="57" name="Google Shape;57;p9"/>
          <p:cNvSpPr txBox="1">
            <a:spLocks noGrp="1"/>
          </p:cNvSpPr>
          <p:nvPr>
            <p:ph type="body" idx="2"/>
          </p:nvPr>
        </p:nvSpPr>
        <p:spPr>
          <a:xfrm>
            <a:off x="457201" y="1435102"/>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10"/>
              </a:spcBef>
              <a:spcAft>
                <a:spcPts val="0"/>
              </a:spcAft>
              <a:buClr>
                <a:schemeClr val="dk1"/>
              </a:buClr>
              <a:buSzPts val="1050"/>
              <a:buNone/>
              <a:defRPr sz="1050"/>
            </a:lvl1pPr>
            <a:lvl2pPr marL="914400" lvl="1" indent="-228600" algn="l">
              <a:spcBef>
                <a:spcPts val="180"/>
              </a:spcBef>
              <a:spcAft>
                <a:spcPts val="0"/>
              </a:spcAft>
              <a:buClr>
                <a:schemeClr val="dk1"/>
              </a:buClr>
              <a:buSzPts val="900"/>
              <a:buNone/>
              <a:defRPr sz="900"/>
            </a:lvl2pPr>
            <a:lvl3pPr marL="1371600" lvl="2" indent="-228600" algn="l">
              <a:spcBef>
                <a:spcPts val="150"/>
              </a:spcBef>
              <a:spcAft>
                <a:spcPts val="0"/>
              </a:spcAft>
              <a:buClr>
                <a:schemeClr val="dk1"/>
              </a:buClr>
              <a:buSzPts val="750"/>
              <a:buNone/>
              <a:defRPr sz="750"/>
            </a:lvl3pPr>
            <a:lvl4pPr marL="1828800" lvl="3" indent="-228600" algn="l">
              <a:spcBef>
                <a:spcPts val="135"/>
              </a:spcBef>
              <a:spcAft>
                <a:spcPts val="0"/>
              </a:spcAft>
              <a:buClr>
                <a:schemeClr val="dk1"/>
              </a:buClr>
              <a:buSzPts val="675"/>
              <a:buNone/>
              <a:defRPr sz="675"/>
            </a:lvl4pPr>
            <a:lvl5pPr marL="2286000" lvl="4" indent="-228600" algn="l">
              <a:spcBef>
                <a:spcPts val="135"/>
              </a:spcBef>
              <a:spcAft>
                <a:spcPts val="0"/>
              </a:spcAft>
              <a:buClr>
                <a:schemeClr val="dk1"/>
              </a:buClr>
              <a:buSzPts val="675"/>
              <a:buNone/>
              <a:defRPr sz="675"/>
            </a:lvl5pPr>
            <a:lvl6pPr marL="2743200" lvl="5" indent="-228600" algn="l">
              <a:spcBef>
                <a:spcPts val="135"/>
              </a:spcBef>
              <a:spcAft>
                <a:spcPts val="0"/>
              </a:spcAft>
              <a:buClr>
                <a:schemeClr val="dk1"/>
              </a:buClr>
              <a:buSzPts val="675"/>
              <a:buNone/>
              <a:defRPr sz="675"/>
            </a:lvl6pPr>
            <a:lvl7pPr marL="3200400" lvl="6" indent="-228600" algn="l">
              <a:spcBef>
                <a:spcPts val="135"/>
              </a:spcBef>
              <a:spcAft>
                <a:spcPts val="0"/>
              </a:spcAft>
              <a:buClr>
                <a:schemeClr val="dk1"/>
              </a:buClr>
              <a:buSzPts val="675"/>
              <a:buNone/>
              <a:defRPr sz="675"/>
            </a:lvl7pPr>
            <a:lvl8pPr marL="3657600" lvl="7" indent="-228600" algn="l">
              <a:spcBef>
                <a:spcPts val="135"/>
              </a:spcBef>
              <a:spcAft>
                <a:spcPts val="0"/>
              </a:spcAft>
              <a:buClr>
                <a:schemeClr val="dk1"/>
              </a:buClr>
              <a:buSzPts val="675"/>
              <a:buNone/>
              <a:defRPr sz="675"/>
            </a:lvl8pPr>
            <a:lvl9pPr marL="4114800" lvl="8" indent="-228600" algn="l">
              <a:spcBef>
                <a:spcPts val="135"/>
              </a:spcBef>
              <a:spcAft>
                <a:spcPts val="0"/>
              </a:spcAft>
              <a:buClr>
                <a:schemeClr val="dk1"/>
              </a:buClr>
              <a:buSzPts val="675"/>
              <a:buNone/>
              <a:defRPr sz="675"/>
            </a:lvl9pPr>
          </a:lstStyle>
          <a:p>
            <a:endParaRPr/>
          </a:p>
        </p:txBody>
      </p:sp>
      <p:sp>
        <p:nvSpPr>
          <p:cNvPr id="58" name="Google Shape;58;p9"/>
          <p:cNvSpPr txBox="1">
            <a:spLocks noGrp="1"/>
          </p:cNvSpPr>
          <p:nvPr>
            <p:ph type="dt" idx="10"/>
          </p:nvPr>
        </p:nvSpPr>
        <p:spPr>
          <a:xfrm>
            <a:off x="457200" y="6356352"/>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2"/>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2"/>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1500"/>
              <a:buFont typeface="Calibri" panose="020F0502020204030204"/>
              <a:buNone/>
              <a:defRPr sz="15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10"/>
              </a:spcBef>
              <a:spcAft>
                <a:spcPts val="0"/>
              </a:spcAft>
              <a:buClr>
                <a:schemeClr val="dk1"/>
              </a:buClr>
              <a:buSzPts val="1050"/>
              <a:buNone/>
              <a:defRPr sz="1050"/>
            </a:lvl1pPr>
            <a:lvl2pPr marL="914400" lvl="1" indent="-228600" algn="l">
              <a:spcBef>
                <a:spcPts val="180"/>
              </a:spcBef>
              <a:spcAft>
                <a:spcPts val="0"/>
              </a:spcAft>
              <a:buClr>
                <a:schemeClr val="dk1"/>
              </a:buClr>
              <a:buSzPts val="900"/>
              <a:buNone/>
              <a:defRPr sz="900"/>
            </a:lvl2pPr>
            <a:lvl3pPr marL="1371600" lvl="2" indent="-228600" algn="l">
              <a:spcBef>
                <a:spcPts val="150"/>
              </a:spcBef>
              <a:spcAft>
                <a:spcPts val="0"/>
              </a:spcAft>
              <a:buClr>
                <a:schemeClr val="dk1"/>
              </a:buClr>
              <a:buSzPts val="750"/>
              <a:buNone/>
              <a:defRPr sz="750"/>
            </a:lvl3pPr>
            <a:lvl4pPr marL="1828800" lvl="3" indent="-228600" algn="l">
              <a:spcBef>
                <a:spcPts val="135"/>
              </a:spcBef>
              <a:spcAft>
                <a:spcPts val="0"/>
              </a:spcAft>
              <a:buClr>
                <a:schemeClr val="dk1"/>
              </a:buClr>
              <a:buSzPts val="675"/>
              <a:buNone/>
              <a:defRPr sz="675"/>
            </a:lvl4pPr>
            <a:lvl5pPr marL="2286000" lvl="4" indent="-228600" algn="l">
              <a:spcBef>
                <a:spcPts val="135"/>
              </a:spcBef>
              <a:spcAft>
                <a:spcPts val="0"/>
              </a:spcAft>
              <a:buClr>
                <a:schemeClr val="dk1"/>
              </a:buClr>
              <a:buSzPts val="675"/>
              <a:buNone/>
              <a:defRPr sz="675"/>
            </a:lvl5pPr>
            <a:lvl6pPr marL="2743200" lvl="5" indent="-228600" algn="l">
              <a:spcBef>
                <a:spcPts val="135"/>
              </a:spcBef>
              <a:spcAft>
                <a:spcPts val="0"/>
              </a:spcAft>
              <a:buClr>
                <a:schemeClr val="dk1"/>
              </a:buClr>
              <a:buSzPts val="675"/>
              <a:buNone/>
              <a:defRPr sz="675"/>
            </a:lvl6pPr>
            <a:lvl7pPr marL="3200400" lvl="6" indent="-228600" algn="l">
              <a:spcBef>
                <a:spcPts val="135"/>
              </a:spcBef>
              <a:spcAft>
                <a:spcPts val="0"/>
              </a:spcAft>
              <a:buClr>
                <a:schemeClr val="dk1"/>
              </a:buClr>
              <a:buSzPts val="675"/>
              <a:buNone/>
              <a:defRPr sz="675"/>
            </a:lvl7pPr>
            <a:lvl8pPr marL="3657600" lvl="7" indent="-228600" algn="l">
              <a:spcBef>
                <a:spcPts val="135"/>
              </a:spcBef>
              <a:spcAft>
                <a:spcPts val="0"/>
              </a:spcAft>
              <a:buClr>
                <a:schemeClr val="dk1"/>
              </a:buClr>
              <a:buSzPts val="675"/>
              <a:buNone/>
              <a:defRPr sz="675"/>
            </a:lvl8pPr>
            <a:lvl9pPr marL="4114800" lvl="8" indent="-228600" algn="l">
              <a:spcBef>
                <a:spcPts val="135"/>
              </a:spcBef>
              <a:spcAft>
                <a:spcPts val="0"/>
              </a:spcAft>
              <a:buClr>
                <a:schemeClr val="dk1"/>
              </a:buClr>
              <a:buSzPts val="675"/>
              <a:buNone/>
              <a:defRPr sz="675"/>
            </a:lvl9pPr>
          </a:lstStyle>
          <a:p>
            <a:endParaRPr/>
          </a:p>
        </p:txBody>
      </p:sp>
      <p:sp>
        <p:nvSpPr>
          <p:cNvPr id="65" name="Google Shape;65;p10"/>
          <p:cNvSpPr txBox="1">
            <a:spLocks noGrp="1"/>
          </p:cNvSpPr>
          <p:nvPr>
            <p:ph type="dt" idx="10"/>
          </p:nvPr>
        </p:nvSpPr>
        <p:spPr>
          <a:xfrm>
            <a:off x="457200" y="6356352"/>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2"/>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2"/>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7"/>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2"/>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2"/>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2"/>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3"/>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2"/>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2"/>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2"/>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2"/>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10/23/2024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3300"/>
              <a:buFont typeface="Calibri" panose="020F0502020204030204"/>
              <a:buNone/>
              <a:defRPr sz="3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2"/>
            <a:ext cx="8229600" cy="4525963"/>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61950" algn="l" rtl="0">
              <a:spcBef>
                <a:spcPts val="420"/>
              </a:spcBef>
              <a:spcAft>
                <a:spcPts val="0"/>
              </a:spcAft>
              <a:buClr>
                <a:schemeClr val="dk1"/>
              </a:buClr>
              <a:buSzPts val="2100"/>
              <a:buFont typeface="Arial" panose="020B0604020202020204"/>
              <a:buChar char="–"/>
              <a:defRPr sz="21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23850" algn="l" rtl="0">
              <a:spcBef>
                <a:spcPts val="300"/>
              </a:spcBef>
              <a:spcAft>
                <a:spcPts val="0"/>
              </a:spcAft>
              <a:buClr>
                <a:schemeClr val="dk1"/>
              </a:buClr>
              <a:buSzPts val="1500"/>
              <a:buFont typeface="Arial" panose="020B0604020202020204"/>
              <a:buChar char="–"/>
              <a:defRPr sz="1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23850" algn="l" rtl="0">
              <a:spcBef>
                <a:spcPts val="300"/>
              </a:spcBef>
              <a:spcAft>
                <a:spcPts val="0"/>
              </a:spcAft>
              <a:buClr>
                <a:schemeClr val="dk1"/>
              </a:buClr>
              <a:buSzPts val="1500"/>
              <a:buFont typeface="Arial" panose="020B0604020202020204"/>
              <a:buChar char="»"/>
              <a:defRPr sz="1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23850" algn="l" rtl="0">
              <a:spcBef>
                <a:spcPts val="300"/>
              </a:spcBef>
              <a:spcAft>
                <a:spcPts val="0"/>
              </a:spcAft>
              <a:buClr>
                <a:schemeClr val="dk1"/>
              </a:buClr>
              <a:buSzPts val="1500"/>
              <a:buFont typeface="Arial" panose="020B0604020202020204"/>
              <a:buChar char="•"/>
              <a:defRPr sz="1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23850" algn="l" rtl="0">
              <a:spcBef>
                <a:spcPts val="300"/>
              </a:spcBef>
              <a:spcAft>
                <a:spcPts val="0"/>
              </a:spcAft>
              <a:buClr>
                <a:schemeClr val="dk1"/>
              </a:buClr>
              <a:buSzPts val="1500"/>
              <a:buFont typeface="Arial" panose="020B0604020202020204"/>
              <a:buChar char="•"/>
              <a:defRPr sz="1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23850" algn="l" rtl="0">
              <a:spcBef>
                <a:spcPts val="300"/>
              </a:spcBef>
              <a:spcAft>
                <a:spcPts val="0"/>
              </a:spcAft>
              <a:buClr>
                <a:schemeClr val="dk1"/>
              </a:buClr>
              <a:buSzPts val="1500"/>
              <a:buFont typeface="Arial" panose="020B0604020202020204"/>
              <a:buChar char="•"/>
              <a:defRPr sz="1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23850" algn="l" rtl="0">
              <a:spcBef>
                <a:spcPts val="300"/>
              </a:spcBef>
              <a:spcAft>
                <a:spcPts val="0"/>
              </a:spcAft>
              <a:buClr>
                <a:schemeClr val="dk1"/>
              </a:buClr>
              <a:buSzPts val="1500"/>
              <a:buFont typeface="Arial" panose="020B0604020202020204"/>
              <a:buChar char="•"/>
              <a:defRPr sz="1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1"/>
          <p:cNvSpPr txBox="1">
            <a:spLocks noGrp="1"/>
          </p:cNvSpPr>
          <p:nvPr>
            <p:ph type="dt" idx="10"/>
          </p:nvPr>
        </p:nvSpPr>
        <p:spPr>
          <a:xfrm>
            <a:off x="457200" y="6356352"/>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1"/>
          <p:cNvSpPr txBox="1">
            <a:spLocks noGrp="1"/>
          </p:cNvSpPr>
          <p:nvPr>
            <p:ph type="ftr" idx="11"/>
          </p:nvPr>
        </p:nvSpPr>
        <p:spPr>
          <a:xfrm>
            <a:off x="3124200" y="6356352"/>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 name="Google Shape;10;p1"/>
          <p:cNvSpPr txBox="1">
            <a:spLocks noGrp="1"/>
          </p:cNvSpPr>
          <p:nvPr>
            <p:ph type="sldNum" idx="12"/>
          </p:nvPr>
        </p:nvSpPr>
        <p:spPr>
          <a:xfrm>
            <a:off x="6553200" y="6356352"/>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p:nvPr/>
        </p:nvSpPr>
        <p:spPr>
          <a:xfrm>
            <a:off x="365925" y="5092448"/>
            <a:ext cx="8412149" cy="1078270"/>
          </a:xfrm>
          <a:prstGeom prst="rect">
            <a:avLst/>
          </a:prstGeom>
          <a:noFill/>
          <a:ln>
            <a:noFill/>
          </a:ln>
        </p:spPr>
        <p:txBody>
          <a:bodyPr spcFirstLastPara="1" wrap="square" lIns="68550" tIns="34275" rIns="68550" bIns="34275" anchor="t" anchorCtr="0">
            <a:noAutofit/>
          </a:bodyPr>
          <a:lstStyle/>
          <a:p>
            <a:pPr marL="0" marR="0" lvl="0" indent="0" algn="ctr" rtl="0">
              <a:spcBef>
                <a:spcPts val="0"/>
              </a:spcBef>
              <a:spcAft>
                <a:spcPts val="0"/>
              </a:spcAft>
              <a:buNone/>
            </a:pP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Guided by: </a:t>
            </a:r>
          </a:p>
          <a:p>
            <a:pPr marL="0" marR="0" lvl="0" indent="0" algn="ctr" rtl="0">
              <a:spcBef>
                <a:spcPts val="0"/>
              </a:spcBef>
              <a:spcAft>
                <a:spcPts val="0"/>
              </a:spcAft>
              <a:buNone/>
            </a:pP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Dr./Prof. </a:t>
            </a:r>
            <a:endParaRPr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5" name="Google Shape;85;p13"/>
          <p:cNvSpPr/>
          <p:nvPr/>
        </p:nvSpPr>
        <p:spPr>
          <a:xfrm>
            <a:off x="917126" y="228768"/>
            <a:ext cx="7739744" cy="1371432"/>
          </a:xfrm>
          <a:prstGeom prst="rect">
            <a:avLst/>
          </a:prstGeom>
          <a:noFill/>
          <a:ln>
            <a:noFill/>
          </a:ln>
        </p:spPr>
        <p:txBody>
          <a:bodyPr spcFirstLastPara="1" wrap="square" lIns="68550" tIns="34275" rIns="68550" bIns="34275" anchor="t" anchorCtr="0">
            <a:noAutofit/>
          </a:bodyPr>
          <a:lstStyle/>
          <a:p>
            <a:pPr marL="0" marR="0" lvl="0" indent="0" algn="ctr" rtl="0">
              <a:spcBef>
                <a:spcPts val="0"/>
              </a:spcBef>
              <a:spcAft>
                <a:spcPts val="0"/>
              </a:spcAft>
              <a:buNone/>
            </a:pPr>
            <a:r>
              <a:rPr lang="en-US" sz="255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Department of Computer Science and Design</a:t>
            </a:r>
            <a:endParaRPr dirty="0"/>
          </a:p>
          <a:p>
            <a:pPr marL="0" marR="0" lvl="0" indent="0" algn="ctr" rtl="0">
              <a:spcBef>
                <a:spcPts val="0"/>
              </a:spcBef>
              <a:spcAft>
                <a:spcPts val="0"/>
              </a:spcAft>
              <a:buNone/>
            </a:pPr>
            <a:r>
              <a:rPr lang="en-US" sz="255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New Horizon Institute of Technology and Management</a:t>
            </a:r>
            <a:endParaRPr dirty="0"/>
          </a:p>
          <a:p>
            <a:pPr marL="0" marR="0" lvl="0" indent="0" algn="ctr" rtl="0">
              <a:spcBef>
                <a:spcPts val="0"/>
              </a:spcBef>
              <a:spcAft>
                <a:spcPts val="0"/>
              </a:spcAft>
              <a:buNone/>
            </a:pPr>
            <a:r>
              <a:rPr lang="en-US" sz="255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University of Mumbai</a:t>
            </a:r>
            <a:endParaRPr dirty="0"/>
          </a:p>
          <a:p>
            <a:pPr marL="0" marR="0" lvl="0" indent="0" algn="ctr" rtl="0">
              <a:spcBef>
                <a:spcPts val="0"/>
              </a:spcBef>
              <a:spcAft>
                <a:spcPts val="0"/>
              </a:spcAft>
              <a:buNone/>
            </a:pPr>
            <a:endParaRPr sz="255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255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 name="Google Shape;86;p13"/>
          <p:cNvSpPr txBox="1"/>
          <p:nvPr/>
        </p:nvSpPr>
        <p:spPr>
          <a:xfrm>
            <a:off x="15149" y="1752911"/>
            <a:ext cx="9113700" cy="615900"/>
          </a:xfrm>
          <a:prstGeom prst="rect">
            <a:avLst/>
          </a:prstGeom>
          <a:noFill/>
          <a:ln>
            <a:noFill/>
          </a:ln>
        </p:spPr>
        <p:txBody>
          <a:bodyPr spcFirstLastPara="1" wrap="square" lIns="68550" tIns="68550" rIns="68550" bIns="68550" anchor="ctr" anchorCtr="0">
            <a:noAutofit/>
          </a:bodyPr>
          <a:lstStyle/>
          <a:p>
            <a:pPr marL="0" marR="0" lvl="0" indent="0" algn="ctr" rtl="0">
              <a:spcBef>
                <a:spcPts val="0"/>
              </a:spcBef>
              <a:spcAft>
                <a:spcPts val="0"/>
              </a:spcAft>
              <a:buNone/>
            </a:pPr>
            <a:r>
              <a:rPr lang="en-US" sz="3200" b="1" i="1" dirty="0">
                <a:solidFill>
                  <a:srgbClr val="00B050"/>
                </a:solidFill>
                <a:latin typeface="Times New Roman" panose="02020603050405020304"/>
                <a:ea typeface="Times New Roman" panose="02020603050405020304"/>
                <a:cs typeface="Times New Roman" panose="02020603050405020304"/>
                <a:sym typeface="Times New Roman" panose="02020603050405020304"/>
              </a:rPr>
              <a:t>(“Virtual Paint”)</a:t>
            </a:r>
            <a:endParaRPr sz="3200" b="1" i="1" u="none" strike="noStrike" cap="none" dirty="0">
              <a:solidFill>
                <a:srgbClr val="00B05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87" name="Google Shape;87;p13"/>
          <p:cNvGraphicFramePr/>
          <p:nvPr>
            <p:custDataLst>
              <p:tags r:id="rId1"/>
            </p:custDataLst>
          </p:nvPr>
        </p:nvGraphicFramePr>
        <p:xfrm>
          <a:off x="301624" y="2649708"/>
          <a:ext cx="8540750" cy="3752850"/>
        </p:xfrm>
        <a:graphic>
          <a:graphicData uri="http://schemas.openxmlformats.org/drawingml/2006/table">
            <a:tbl>
              <a:tblPr firstRow="1" firstCol="1" bandRow="1">
                <a:noFill/>
                <a:tableStyleId>{D98640C6-5562-4F8E-A5B3-0FC9532D65AC}</a:tableStyleId>
              </a:tblPr>
              <a:tblGrid>
                <a:gridCol w="1972310">
                  <a:extLst>
                    <a:ext uri="{9D8B030D-6E8A-4147-A177-3AD203B41FA5}">
                      <a16:colId xmlns:a16="http://schemas.microsoft.com/office/drawing/2014/main" val="20000"/>
                    </a:ext>
                  </a:extLst>
                </a:gridCol>
                <a:gridCol w="3893185">
                  <a:extLst>
                    <a:ext uri="{9D8B030D-6E8A-4147-A177-3AD203B41FA5}">
                      <a16:colId xmlns:a16="http://schemas.microsoft.com/office/drawing/2014/main" val="20001"/>
                    </a:ext>
                  </a:extLst>
                </a:gridCol>
                <a:gridCol w="2675255">
                  <a:extLst>
                    <a:ext uri="{9D8B030D-6E8A-4147-A177-3AD203B41FA5}">
                      <a16:colId xmlns:a16="http://schemas.microsoft.com/office/drawing/2014/main" val="20002"/>
                    </a:ext>
                  </a:extLst>
                </a:gridCol>
              </a:tblGrid>
              <a:tr h="383540">
                <a:tc>
                  <a:txBody>
                    <a:bodyPr/>
                    <a:lstStyle/>
                    <a:p>
                      <a:pPr marL="0" marR="0" lvl="0" indent="0" algn="ctr" rtl="0">
                        <a:spcBef>
                          <a:spcPts val="0"/>
                        </a:spcBef>
                        <a:spcAft>
                          <a:spcPts val="0"/>
                        </a:spcAft>
                        <a:buNone/>
                      </a:pPr>
                      <a:r>
                        <a:rPr lang="en-US" sz="2400" b="1" u="none" strike="noStrike" cap="none" dirty="0">
                          <a:latin typeface="Times New Roman" panose="02020603050405020304"/>
                          <a:ea typeface="Times New Roman" panose="02020603050405020304"/>
                          <a:cs typeface="Times New Roman" panose="02020603050405020304"/>
                          <a:sym typeface="Times New Roman" panose="02020603050405020304"/>
                        </a:rPr>
                        <a:t>Sr. No.</a:t>
                      </a:r>
                      <a:endParaRPr sz="1800" b="1"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tc>
                <a:tc>
                  <a:txBody>
                    <a:bodyPr/>
                    <a:lstStyle/>
                    <a:p>
                      <a:pPr marL="0" marR="0" lvl="0" indent="0" algn="ctr" rtl="0">
                        <a:spcBef>
                          <a:spcPts val="0"/>
                        </a:spcBef>
                        <a:spcAft>
                          <a:spcPts val="0"/>
                        </a:spcAft>
                        <a:buNone/>
                      </a:pPr>
                      <a:r>
                        <a:rPr lang="en-US" sz="2400" b="1" u="none" strike="noStrike" cap="none" dirty="0">
                          <a:latin typeface="Times New Roman" panose="02020603050405020304"/>
                          <a:ea typeface="Times New Roman" panose="02020603050405020304"/>
                          <a:cs typeface="Times New Roman" panose="02020603050405020304"/>
                          <a:sym typeface="Times New Roman" panose="02020603050405020304"/>
                        </a:rPr>
                        <a:t>Name of the Student</a:t>
                      </a:r>
                      <a:endParaRPr sz="1800" b="1"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tc>
                <a:tc>
                  <a:txBody>
                    <a:bodyPr/>
                    <a:lstStyle/>
                    <a:p>
                      <a:pPr marL="0" marR="0" lvl="0" indent="0" algn="ctr" rtl="0">
                        <a:spcBef>
                          <a:spcPts val="0"/>
                        </a:spcBef>
                        <a:spcAft>
                          <a:spcPts val="0"/>
                        </a:spcAft>
                        <a:buNone/>
                      </a:pPr>
                      <a:r>
                        <a:rPr lang="en-US" sz="2400" b="1" u="none" strike="noStrike" cap="none">
                          <a:latin typeface="Times New Roman" panose="02020603050405020304"/>
                          <a:ea typeface="Times New Roman" panose="02020603050405020304"/>
                          <a:cs typeface="Times New Roman" panose="02020603050405020304"/>
                          <a:sym typeface="Times New Roman" panose="02020603050405020304"/>
                        </a:rPr>
                        <a:t>IEN No.</a:t>
                      </a:r>
                      <a:endParaRPr sz="18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tc>
                <a:extLst>
                  <a:ext uri="{0D108BD9-81ED-4DB2-BD59-A6C34878D82A}">
                    <a16:rowId xmlns:a16="http://schemas.microsoft.com/office/drawing/2014/main" val="10000"/>
                  </a:ext>
                </a:extLst>
              </a:tr>
              <a:tr h="2120265">
                <a:tc>
                  <a:txBody>
                    <a:bodyPr/>
                    <a:lstStyle/>
                    <a:p>
                      <a:pPr marL="0" marR="0" lvl="0" indent="0" algn="ctr" rtl="0">
                        <a:lnSpc>
                          <a:spcPct val="115000"/>
                        </a:lnSpc>
                        <a:spcBef>
                          <a:spcPts val="0"/>
                        </a:spcBef>
                        <a:spcAft>
                          <a:spcPts val="0"/>
                        </a:spcAft>
                        <a:buNone/>
                      </a:pPr>
                      <a:r>
                        <a:rPr lang="en-US" sz="2500" u="none" strike="noStrike" cap="none" dirty="0">
                          <a:latin typeface="Times New Roman" panose="02020603050405020304"/>
                          <a:ea typeface="Times New Roman" panose="02020603050405020304"/>
                          <a:cs typeface="Times New Roman" panose="02020603050405020304"/>
                          <a:sym typeface="Times New Roman" panose="02020603050405020304"/>
                        </a:rPr>
                        <a:t>1</a:t>
                      </a:r>
                      <a:endParaRPr sz="2500" u="none" strike="noStrike" cap="none" dirty="0">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15000"/>
                        </a:lnSpc>
                        <a:spcBef>
                          <a:spcPts val="0"/>
                        </a:spcBef>
                        <a:spcAft>
                          <a:spcPts val="0"/>
                        </a:spcAft>
                        <a:buNone/>
                      </a:pPr>
                      <a:r>
                        <a:rPr lang="en-US" sz="2500" dirty="0">
                          <a:latin typeface="Times New Roman" panose="02020603050405020304"/>
                          <a:ea typeface="Times New Roman" panose="02020603050405020304"/>
                          <a:cs typeface="Times New Roman" panose="02020603050405020304"/>
                          <a:sym typeface="Times New Roman" panose="02020603050405020304"/>
                        </a:rPr>
                        <a:t>2</a:t>
                      </a:r>
                      <a:endParaRPr sz="2500" dirty="0">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15000"/>
                        </a:lnSpc>
                        <a:spcBef>
                          <a:spcPts val="0"/>
                        </a:spcBef>
                        <a:spcAft>
                          <a:spcPts val="0"/>
                        </a:spcAft>
                        <a:buNone/>
                      </a:pPr>
                      <a:r>
                        <a:rPr lang="en-US" sz="2500" dirty="0">
                          <a:latin typeface="Times New Roman" panose="02020603050405020304"/>
                          <a:ea typeface="Times New Roman" panose="02020603050405020304"/>
                          <a:cs typeface="Times New Roman" panose="02020603050405020304"/>
                          <a:sym typeface="Times New Roman" panose="02020603050405020304"/>
                        </a:rPr>
                        <a:t>3</a:t>
                      </a:r>
                      <a:endParaRPr sz="2500" dirty="0">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15000"/>
                        </a:lnSpc>
                        <a:spcBef>
                          <a:spcPts val="0"/>
                        </a:spcBef>
                        <a:spcAft>
                          <a:spcPts val="0"/>
                        </a:spcAft>
                        <a:buNone/>
                      </a:pPr>
                      <a:r>
                        <a:rPr lang="en-US" sz="2500" dirty="0">
                          <a:latin typeface="Times New Roman" panose="02020603050405020304"/>
                          <a:ea typeface="Times New Roman" panose="02020603050405020304"/>
                          <a:cs typeface="Times New Roman" panose="02020603050405020304"/>
                          <a:sym typeface="Times New Roman" panose="02020603050405020304"/>
                        </a:rPr>
                        <a:t>4</a:t>
                      </a:r>
                      <a:endParaRPr sz="2500"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tc>
                <a:tc>
                  <a:txBody>
                    <a:bodyPr/>
                    <a:lstStyle/>
                    <a:p>
                      <a:pPr marL="12700" marR="12700" lvl="0" indent="0" algn="ctr" rtl="0">
                        <a:lnSpc>
                          <a:spcPct val="115000"/>
                        </a:lnSpc>
                        <a:spcBef>
                          <a:spcPts val="100"/>
                        </a:spcBef>
                        <a:spcAft>
                          <a:spcPts val="0"/>
                        </a:spcAft>
                        <a:buClr>
                          <a:schemeClr val="dk1"/>
                        </a:buClr>
                        <a:buSzPts val="1100"/>
                        <a:buFont typeface="Arial" panose="020B0604020202020204"/>
                        <a:buNone/>
                      </a:pPr>
                      <a:r>
                        <a:rPr lang="en-US" sz="2400" dirty="0">
                          <a:latin typeface="Times New Roman" panose="02020603050405020304"/>
                          <a:ea typeface="Times New Roman" panose="02020603050405020304"/>
                          <a:cs typeface="Times New Roman" panose="02020603050405020304"/>
                          <a:sym typeface="Times New Roman" panose="02020603050405020304"/>
                        </a:rPr>
                        <a:t>Rohan P Patil</a:t>
                      </a:r>
                    </a:p>
                    <a:p>
                      <a:pPr marL="12700" marR="12700" lvl="0" indent="0" algn="ctr" rtl="0">
                        <a:lnSpc>
                          <a:spcPct val="115000"/>
                        </a:lnSpc>
                        <a:spcBef>
                          <a:spcPts val="100"/>
                        </a:spcBef>
                        <a:spcAft>
                          <a:spcPts val="0"/>
                        </a:spcAft>
                        <a:buClr>
                          <a:schemeClr val="dk1"/>
                        </a:buClr>
                        <a:buSzPts val="1100"/>
                        <a:buFont typeface="Arial" panose="020B0604020202020204"/>
                        <a:buNone/>
                      </a:pPr>
                      <a:r>
                        <a:rPr lang="en-US" sz="2400" dirty="0">
                          <a:latin typeface="Times New Roman" panose="02020603050405020304"/>
                          <a:ea typeface="Times New Roman" panose="02020603050405020304"/>
                          <a:cs typeface="Times New Roman" panose="02020603050405020304"/>
                          <a:sym typeface="Times New Roman" panose="02020603050405020304"/>
                        </a:rPr>
                        <a:t>Bhakti A Patil</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12700" marR="12700" lvl="0" indent="0" algn="just" defTabSz="914400" rtl="0" eaLnBrk="1" fontAlgn="auto" latinLnBrk="0" hangingPunct="1">
                        <a:lnSpc>
                          <a:spcPct val="115000"/>
                        </a:lnSpc>
                        <a:spcBef>
                          <a:spcPts val="100"/>
                        </a:spcBef>
                        <a:spcAft>
                          <a:spcPts val="0"/>
                        </a:spcAft>
                        <a:buClr>
                          <a:schemeClr val="dk1"/>
                        </a:buClr>
                        <a:buSzPts val="1100"/>
                        <a:buFont typeface="Arial" panose="020B0604020202020204"/>
                        <a:buNone/>
                        <a:defRPr/>
                      </a:pPr>
                      <a:r>
                        <a:rPr lang="en-US" sz="2400" dirty="0">
                          <a:latin typeface="Times New Roman" panose="02020603050405020304"/>
                          <a:ea typeface="Times New Roman" panose="02020603050405020304"/>
                          <a:cs typeface="Times New Roman" panose="02020603050405020304"/>
                          <a:sym typeface="Times New Roman" panose="02020603050405020304"/>
                        </a:rPr>
                        <a:t>             </a:t>
                      </a:r>
                      <a:r>
                        <a:rPr lang="en-IN" sz="2400" b="0" i="0" u="none" strike="noStrike" cap="none" dirty="0">
                          <a:solidFill>
                            <a:schemeClr val="dk1"/>
                          </a:solidFill>
                          <a:effectLst/>
                          <a:latin typeface="Times New Roman" panose="02020603050405020304" pitchFamily="18" charset="0"/>
                          <a:ea typeface="Calibri" panose="020F0502020204030204"/>
                          <a:cs typeface="Times New Roman" panose="02020603050405020304" pitchFamily="18" charset="0"/>
                          <a:sym typeface="Arial" panose="020B0604020202020204"/>
                        </a:rPr>
                        <a:t>Soham S Bhere</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2400" b="0" i="0" u="none" strike="noStrike" cap="none" dirty="0">
                          <a:solidFill>
                            <a:schemeClr val="dk1"/>
                          </a:solidFill>
                          <a:effectLst/>
                          <a:latin typeface="Times New Roman" panose="02020603050405020304" pitchFamily="18" charset="0"/>
                          <a:ea typeface="Calibri" panose="020F0502020204030204"/>
                          <a:cs typeface="Times New Roman" panose="02020603050405020304" pitchFamily="18" charset="0"/>
                          <a:sym typeface="Arial" panose="020B0604020202020204"/>
                        </a:rPr>
                        <a:t>Vaishali B </a:t>
                      </a:r>
                      <a:r>
                        <a:rPr lang="en-IN" sz="2400" b="0" i="0" u="none" strike="noStrike" cap="none" dirty="0" err="1">
                          <a:solidFill>
                            <a:schemeClr val="dk1"/>
                          </a:solidFill>
                          <a:effectLst/>
                          <a:latin typeface="Times New Roman" panose="02020603050405020304" pitchFamily="18" charset="0"/>
                          <a:ea typeface="Calibri" panose="020F0502020204030204"/>
                          <a:cs typeface="Times New Roman" panose="02020603050405020304" pitchFamily="18" charset="0"/>
                          <a:sym typeface="Arial" panose="020B0604020202020204"/>
                        </a:rPr>
                        <a:t>Darwande</a:t>
                      </a:r>
                      <a:endParaRPr lang="en-US" sz="24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marR="0" lvl="0" indent="0" algn="ctr" rtl="0">
                        <a:spcBef>
                          <a:spcPts val="0"/>
                        </a:spcBef>
                        <a:spcAft>
                          <a:spcPts val="0"/>
                        </a:spcAft>
                        <a:buNone/>
                      </a:pPr>
                      <a:r>
                        <a:rPr lang="en-US" sz="2400" strike="noStrike" cap="none" dirty="0">
                          <a:latin typeface="Times New Roman" panose="02020603050405020304"/>
                          <a:ea typeface="Times New Roman" panose="02020603050405020304"/>
                          <a:cs typeface="Times New Roman" panose="02020603050405020304"/>
                          <a:sym typeface="Times New Roman" panose="02020603050405020304"/>
                        </a:rPr>
                        <a:t> </a:t>
                      </a:r>
                      <a:endParaRPr sz="1800"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2400" b="0" i="0" u="none" strike="noStrike" cap="none" dirty="0">
                          <a:solidFill>
                            <a:schemeClr val="dk1"/>
                          </a:solidFill>
                          <a:effectLst/>
                          <a:latin typeface="Times New Roman" panose="02020603050405020304" pitchFamily="18" charset="0"/>
                          <a:ea typeface="Calibri" panose="020F0502020204030204"/>
                          <a:cs typeface="Times New Roman" panose="02020603050405020304" pitchFamily="18" charset="0"/>
                          <a:sym typeface="Arial" panose="020B0604020202020204"/>
                        </a:rPr>
                        <a:t>12217042</a:t>
                      </a:r>
                      <a:endParaRPr lang="en-IN" sz="2400" dirty="0">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2400" dirty="0">
                          <a:effectLst/>
                          <a:latin typeface="Times New Roman" panose="02020603050405020304" pitchFamily="18" charset="0"/>
                          <a:ea typeface="SimSun" panose="02010600030101010101" pitchFamily="2" charset="-122"/>
                          <a:cs typeface="Times New Roman" panose="02020603050405020304" pitchFamily="18" charset="0"/>
                        </a:rPr>
                        <a:t>12217011</a:t>
                      </a:r>
                    </a:p>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2400" dirty="0">
                          <a:effectLst/>
                          <a:latin typeface="Times New Roman" panose="02020603050405020304" pitchFamily="18" charset="0"/>
                          <a:ea typeface="SimSun" panose="02010600030101010101" pitchFamily="2" charset="-122"/>
                          <a:cs typeface="Times New Roman" panose="02020603050405020304" pitchFamily="18" charset="0"/>
                        </a:rPr>
                        <a:t>12217012</a:t>
                      </a:r>
                    </a:p>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2400" dirty="0">
                          <a:effectLst/>
                          <a:latin typeface="Times New Roman" panose="02020603050405020304" pitchFamily="18" charset="0"/>
                          <a:ea typeface="SimSun" panose="02010600030101010101" pitchFamily="2" charset="-122"/>
                          <a:cs typeface="Times New Roman" panose="02020603050405020304" pitchFamily="18" charset="0"/>
                        </a:rPr>
                        <a:t>12317051</a:t>
                      </a:r>
                    </a:p>
                    <a:p>
                      <a:pPr marL="0" marR="0" indent="0" algn="ctr">
                        <a:spcBef>
                          <a:spcPts val="0"/>
                        </a:spcBef>
                        <a:spcAft>
                          <a:spcPts val="0"/>
                        </a:spcAft>
                      </a:pPr>
                      <a:endParaRPr lang="en-IN" sz="2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a:tc>
                <a:extLst>
                  <a:ext uri="{0D108BD9-81ED-4DB2-BD59-A6C34878D82A}">
                    <a16:rowId xmlns:a16="http://schemas.microsoft.com/office/drawing/2014/main" val="10001"/>
                  </a:ext>
                </a:extLst>
              </a:tr>
              <a:tr h="604520">
                <a:tc>
                  <a:txBody>
                    <a:bodyPr/>
                    <a:lstStyle/>
                    <a:p>
                      <a:pPr marL="0" marR="0" lvl="0" indent="0" algn="l" rtl="0">
                        <a:spcBef>
                          <a:spcPts val="0"/>
                        </a:spcBef>
                        <a:spcAft>
                          <a:spcPts val="0"/>
                        </a:spcAft>
                        <a:buNone/>
                      </a:pPr>
                      <a:endParaRPr sz="18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lang="en-US" sz="1600" u="none" strike="noStrike" cap="none" dirty="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18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tc>
                <a:tc>
                  <a:txBody>
                    <a:bodyPr/>
                    <a:lstStyle/>
                    <a:p>
                      <a:endParaRPr lang="en-US" sz="1400" dirty="0">
                        <a:latin typeface="Times New Roman" panose="02020603050405020304" pitchFamily="18" charset="0"/>
                        <a:cs typeface="Times New Roman" panose="02020603050405020304" pitchFamily="18" charset="0"/>
                      </a:endParaRPr>
                    </a:p>
                  </a:txBody>
                  <a:tcPr marL="68575" marR="68575" marT="0" marB="0"/>
                </a:tc>
                <a:extLst>
                  <a:ext uri="{0D108BD9-81ED-4DB2-BD59-A6C34878D82A}">
                    <a16:rowId xmlns:a16="http://schemas.microsoft.com/office/drawing/2014/main" val="10002"/>
                  </a:ext>
                </a:extLst>
              </a:tr>
              <a:tr h="356235">
                <a:tc>
                  <a:txBody>
                    <a:bodyPr/>
                    <a:lstStyle/>
                    <a:p>
                      <a:pPr marL="0" marR="0" lvl="0" indent="0" algn="l" rtl="0">
                        <a:spcBef>
                          <a:spcPts val="0"/>
                        </a:spcBef>
                        <a:spcAft>
                          <a:spcPts val="0"/>
                        </a:spcAft>
                        <a:buNone/>
                      </a:pPr>
                      <a:endParaRPr dirty="0"/>
                    </a:p>
                  </a:txBody>
                  <a:tcPr marL="68575" marR="68575" marT="0" marB="0"/>
                </a:tc>
                <a:tc>
                  <a:txBody>
                    <a:bodyPr/>
                    <a:lstStyle/>
                    <a:p>
                      <a:pPr marL="0" marR="0" lvl="0" indent="0" algn="l" rtl="0">
                        <a:spcBef>
                          <a:spcPts val="0"/>
                        </a:spcBef>
                        <a:spcAft>
                          <a:spcPts val="0"/>
                        </a:spcAft>
                        <a:buNone/>
                      </a:pPr>
                      <a:endParaRPr sz="18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lang="en-US" sz="2000" dirty="0"/>
                    </a:p>
                  </a:txBody>
                  <a:tcPr marL="68575" marR="68575" marT="0" marB="0"/>
                </a:tc>
                <a:extLst>
                  <a:ext uri="{0D108BD9-81ED-4DB2-BD59-A6C34878D82A}">
                    <a16:rowId xmlns:a16="http://schemas.microsoft.com/office/drawing/2014/main" val="10003"/>
                  </a:ext>
                </a:extLst>
              </a:tr>
              <a:tr h="288290">
                <a:tc>
                  <a:txBody>
                    <a:bodyPr/>
                    <a:lstStyle/>
                    <a:p>
                      <a:pPr marL="0" marR="0" lvl="0" indent="0" algn="l" rtl="0">
                        <a:spcBef>
                          <a:spcPts val="0"/>
                        </a:spcBef>
                        <a:spcAft>
                          <a:spcPts val="0"/>
                        </a:spcAft>
                        <a:buNone/>
                      </a:pPr>
                      <a:endParaRPr dirty="0"/>
                    </a:p>
                  </a:txBody>
                  <a:tcPr marL="68575" marR="68575" marT="0" marB="0"/>
                </a:tc>
                <a:tc>
                  <a:txBody>
                    <a:bodyPr/>
                    <a:lstStyle/>
                    <a:p>
                      <a:pPr marL="0" marR="0" lvl="0" indent="0" algn="l" rtl="0">
                        <a:spcBef>
                          <a:spcPts val="0"/>
                        </a:spcBef>
                        <a:spcAft>
                          <a:spcPts val="0"/>
                        </a:spcAft>
                        <a:buNone/>
                      </a:pPr>
                      <a:endParaRPr sz="18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tc>
                <a:tc>
                  <a:txBody>
                    <a:bodyPr/>
                    <a:lstStyle/>
                    <a:p>
                      <a:pPr marL="0" marR="0" lvl="0" indent="0" algn="ctr" rtl="0">
                        <a:spcBef>
                          <a:spcPts val="0"/>
                        </a:spcBef>
                        <a:spcAft>
                          <a:spcPts val="0"/>
                        </a:spcAft>
                        <a:buNone/>
                      </a:pPr>
                      <a:endParaRPr sz="18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tc>
                <a:extLst>
                  <a:ext uri="{0D108BD9-81ED-4DB2-BD59-A6C34878D82A}">
                    <a16:rowId xmlns:a16="http://schemas.microsoft.com/office/drawing/2014/main" val="10004"/>
                  </a:ext>
                </a:extLst>
              </a:tr>
            </a:tbl>
          </a:graphicData>
        </a:graphic>
      </p:graphicFrame>
      <p:sp>
        <p:nvSpPr>
          <p:cNvPr id="88" name="Google Shape;88;p13"/>
          <p:cNvSpPr/>
          <p:nvPr/>
        </p:nvSpPr>
        <p:spPr>
          <a:xfrm>
            <a:off x="637850" y="2218272"/>
            <a:ext cx="7606605" cy="444411"/>
          </a:xfrm>
          <a:prstGeom prst="rect">
            <a:avLst/>
          </a:prstGeom>
          <a:noFill/>
          <a:ln>
            <a:noFill/>
          </a:ln>
        </p:spPr>
        <p:txBody>
          <a:bodyPr spcFirstLastPara="1" wrap="square" lIns="68550" tIns="34275" rIns="68550" bIns="34275" anchor="t" anchorCtr="0">
            <a:noAutofit/>
          </a:bodyPr>
          <a:lstStyle/>
          <a:p>
            <a:pPr marL="0" marR="0" lvl="0" indent="0" algn="ctr" rtl="0">
              <a:spcBef>
                <a:spcPts val="0"/>
              </a:spcBef>
              <a:spcAft>
                <a:spcPts val="0"/>
              </a:spcAft>
              <a:buNone/>
            </a:pPr>
            <a:r>
              <a:rPr lang="en-US" sz="28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By</a:t>
            </a:r>
            <a:endParaRPr sz="2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9" name="Google Shape;89;p13"/>
          <p:cNvSpPr txBox="1">
            <a:spLocks noGrp="1"/>
          </p:cNvSpPr>
          <p:nvPr>
            <p:ph type="dt" idx="10"/>
          </p:nvPr>
        </p:nvSpPr>
        <p:spPr>
          <a:xfrm>
            <a:off x="29819" y="6425925"/>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solidFill>
                  <a:schemeClr val="tx1"/>
                </a:solidFill>
              </a:rPr>
              <a:t>23 October 2024</a:t>
            </a:r>
          </a:p>
        </p:txBody>
      </p:sp>
      <p:sp>
        <p:nvSpPr>
          <p:cNvPr id="90" name="Google Shape;90;p13"/>
          <p:cNvSpPr txBox="1">
            <a:spLocks noGrp="1"/>
          </p:cNvSpPr>
          <p:nvPr>
            <p:ph type="ftr" idx="11"/>
          </p:nvPr>
        </p:nvSpPr>
        <p:spPr>
          <a:xfrm>
            <a:off x="1828774" y="6324819"/>
            <a:ext cx="5135216" cy="422136"/>
          </a:xfrm>
          <a:prstGeom prst="rect">
            <a:avLst/>
          </a:prstGeom>
          <a:noFill/>
          <a:ln>
            <a:noFill/>
          </a:ln>
        </p:spPr>
        <p:txBody>
          <a:bodyPr spcFirstLastPara="1" wrap="square" lIns="91425" tIns="45700" rIns="91425" bIns="45700" anchor="ctr" anchorCtr="0">
            <a:noAutofit/>
          </a:bodyPr>
          <a:lstStyle/>
          <a:p>
            <a:pPr algn="ctr"/>
            <a:r>
              <a:rPr lang="en-US" i="0" dirty="0">
                <a:solidFill>
                  <a:schemeClr val="tx1"/>
                </a:solidFill>
              </a:rPr>
              <a:t>(“Virtual Paint”)</a:t>
            </a:r>
            <a:endParaRPr i="0" dirty="0">
              <a:solidFill>
                <a:schemeClr val="tx1"/>
              </a:solidFill>
            </a:endParaRPr>
          </a:p>
        </p:txBody>
      </p:sp>
      <p:pic>
        <p:nvPicPr>
          <p:cNvPr id="3" name="Picture 2"/>
          <p:cNvPicPr>
            <a:picLocks noChangeAspect="1"/>
          </p:cNvPicPr>
          <p:nvPr/>
        </p:nvPicPr>
        <p:blipFill>
          <a:blip r:embed="rId4"/>
          <a:stretch>
            <a:fillRect/>
          </a:stretch>
        </p:blipFill>
        <p:spPr>
          <a:xfrm>
            <a:off x="3429000" y="5631583"/>
            <a:ext cx="2500014" cy="362321"/>
          </a:xfrm>
          <a:prstGeom prst="rect">
            <a:avLst/>
          </a:prstGeom>
        </p:spPr>
      </p:pic>
      <p:sp>
        <p:nvSpPr>
          <p:cNvPr id="5" name="TextBox 4"/>
          <p:cNvSpPr txBox="1"/>
          <p:nvPr/>
        </p:nvSpPr>
        <p:spPr>
          <a:xfrm>
            <a:off x="2252270" y="5631583"/>
            <a:ext cx="4614862"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sz="2400" dirty="0" err="1">
                <a:latin typeface="Times New Roman" panose="02020603050405020304" pitchFamily="18" charset="0"/>
                <a:cs typeface="Times New Roman" panose="02020603050405020304" pitchFamily="18" charset="0"/>
              </a:rPr>
              <a:t>Mrs.Priyadarshini</a:t>
            </a:r>
            <a:r>
              <a:rPr lang="en-US" sz="2400" baseline="0" dirty="0">
                <a:latin typeface="Times New Roman" panose="02020603050405020304" pitchFamily="18" charset="0"/>
                <a:cs typeface="Times New Roman" panose="02020603050405020304" pitchFamily="18" charset="0"/>
              </a:rPr>
              <a:t> B.</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
        <p:cNvGrpSpPr/>
        <p:nvPr/>
      </p:nvGrpSpPr>
      <p:grpSpPr>
        <a:xfrm>
          <a:off x="0" y="0"/>
          <a:ext cx="0" cy="0"/>
          <a:chOff x="0" y="0"/>
          <a:chExt cx="0" cy="0"/>
        </a:xfrm>
      </p:grpSpPr>
      <p:sp>
        <p:nvSpPr>
          <p:cNvPr id="95" name="Google Shape;95;p14"/>
          <p:cNvSpPr txBox="1"/>
          <p:nvPr/>
        </p:nvSpPr>
        <p:spPr>
          <a:xfrm>
            <a:off x="990600" y="213020"/>
            <a:ext cx="7151927" cy="766695"/>
          </a:xfrm>
          <a:prstGeom prst="rect">
            <a:avLst/>
          </a:prstGeom>
          <a:noFill/>
          <a:ln>
            <a:noFill/>
          </a:ln>
        </p:spPr>
        <p:txBody>
          <a:bodyPr spcFirstLastPara="1" wrap="square" lIns="68550" tIns="34275" rIns="68550" bIns="34275" anchor="ctr" anchorCtr="0">
            <a:noAutofit/>
          </a:bodyPr>
          <a:lstStyle/>
          <a:p>
            <a:pPr marL="0" marR="0" lvl="0" indent="0" algn="ctr" rtl="0">
              <a:lnSpc>
                <a:spcPct val="90000"/>
              </a:lnSpc>
              <a:spcBef>
                <a:spcPts val="0"/>
              </a:spcBef>
              <a:spcAft>
                <a:spcPts val="0"/>
              </a:spcAft>
              <a:buNone/>
            </a:pPr>
            <a:r>
              <a:rPr lang="en-US" sz="3600" b="1" i="1" u="none" strike="noStrike" cap="none">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Outline</a:t>
            </a:r>
            <a:endParaRPr sz="3600" b="1" i="1" u="none" strike="noStrike" cap="none">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96" name="Google Shape;96;p14"/>
          <p:cNvSpPr txBox="1">
            <a:spLocks noGrp="1"/>
          </p:cNvSpPr>
          <p:nvPr>
            <p:ph type="dt" idx="10"/>
          </p:nvPr>
        </p:nvSpPr>
        <p:spPr>
          <a:xfrm>
            <a:off x="29819" y="6425925"/>
            <a:ext cx="2133600" cy="365125"/>
          </a:xfrm>
          <a:prstGeom prst="rect">
            <a:avLst/>
          </a:prstGeom>
          <a:solidFill>
            <a:schemeClr val="bg1"/>
          </a:solid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solidFill>
                  <a:schemeClr val="tx1"/>
                </a:solidFill>
                <a:sym typeface="+mn-ea"/>
              </a:rPr>
              <a:t>23 October 2024</a:t>
            </a:r>
            <a:endParaRPr lang="en-US">
              <a:solidFill>
                <a:schemeClr val="tx1"/>
              </a:solidFill>
            </a:endParaRPr>
          </a:p>
          <a:p>
            <a:pPr marL="0" lvl="0" indent="0" algn="l" rtl="0">
              <a:spcBef>
                <a:spcPts val="0"/>
              </a:spcBef>
              <a:spcAft>
                <a:spcPts val="0"/>
              </a:spcAft>
              <a:buNone/>
            </a:pPr>
            <a:endParaRPr lang="en-US">
              <a:solidFill>
                <a:schemeClr val="tx1"/>
              </a:solidFill>
            </a:endParaRPr>
          </a:p>
        </p:txBody>
      </p:sp>
      <p:sp>
        <p:nvSpPr>
          <p:cNvPr id="97" name="Google Shape;97;p14"/>
          <p:cNvSpPr txBox="1">
            <a:spLocks noGrp="1"/>
          </p:cNvSpPr>
          <p:nvPr>
            <p:ph type="ftr" idx="11"/>
          </p:nvPr>
        </p:nvSpPr>
        <p:spPr>
          <a:xfrm>
            <a:off x="1676691" y="6397419"/>
            <a:ext cx="5135216" cy="422136"/>
          </a:xfrm>
          <a:prstGeom prst="rect">
            <a:avLst/>
          </a:prstGeom>
          <a:noFill/>
          <a:ln>
            <a:noFill/>
          </a:ln>
        </p:spPr>
        <p:txBody>
          <a:bodyPr spcFirstLastPara="1" wrap="square" lIns="91425" tIns="45700" rIns="91425" bIns="45700" anchor="ctr" anchorCtr="0">
            <a:noAutofit/>
          </a:bodyPr>
          <a:lstStyle/>
          <a:p>
            <a:pPr algn="ctr"/>
            <a:r>
              <a:rPr lang="en-US" i="0" dirty="0">
                <a:solidFill>
                  <a:schemeClr val="tx1"/>
                </a:solidFill>
              </a:rPr>
              <a:t>(“Virtual Paint”)</a:t>
            </a:r>
          </a:p>
          <a:p>
            <a:endParaRPr i="0" dirty="0"/>
          </a:p>
        </p:txBody>
      </p:sp>
      <p:sp>
        <p:nvSpPr>
          <p:cNvPr id="98" name="Google Shape;98;p14"/>
          <p:cNvSpPr txBox="1"/>
          <p:nvPr/>
        </p:nvSpPr>
        <p:spPr>
          <a:xfrm>
            <a:off x="533400" y="1752600"/>
            <a:ext cx="8502600" cy="4029710"/>
          </a:xfrm>
          <a:prstGeom prst="rect">
            <a:avLst/>
          </a:prstGeom>
          <a:noFill/>
          <a:ln>
            <a:noFill/>
          </a:ln>
        </p:spPr>
        <p:txBody>
          <a:bodyPr spcFirstLastPara="1" wrap="square" lIns="91425" tIns="45700" rIns="91425" bIns="45700" anchor="t" anchorCtr="0">
            <a:spAutoFit/>
          </a:bodyPr>
          <a:lstStyle/>
          <a:p>
            <a:pPr algn="l">
              <a:lnSpc>
                <a:spcPts val="2560"/>
              </a:lnSpc>
            </a:pPr>
            <a:r>
              <a:rPr lang="en-US" sz="2800" dirty="0">
                <a:solidFill>
                  <a:srgbClr val="000000"/>
                </a:solidFill>
                <a:latin typeface="Times New Roman" panose="02020603050405020304"/>
              </a:rPr>
              <a:t>1. Introduction</a:t>
            </a:r>
          </a:p>
          <a:p>
            <a:pPr algn="l">
              <a:lnSpc>
                <a:spcPts val="2560"/>
              </a:lnSpc>
            </a:pPr>
            <a:r>
              <a:rPr lang="en-US" sz="2800" dirty="0">
                <a:solidFill>
                  <a:srgbClr val="000000"/>
                </a:solidFill>
                <a:latin typeface="Times New Roman" panose="02020603050405020304"/>
              </a:rPr>
              <a:t>2. Problem Statement and Objectives</a:t>
            </a:r>
          </a:p>
          <a:p>
            <a:pPr algn="l">
              <a:lnSpc>
                <a:spcPts val="2560"/>
              </a:lnSpc>
            </a:pPr>
            <a:r>
              <a:rPr lang="en-US" sz="2800" dirty="0">
                <a:latin typeface="Times New Roman" panose="02020603050405020304"/>
              </a:rPr>
              <a:t>     </a:t>
            </a:r>
            <a:r>
              <a:rPr lang="en-US" sz="2400" dirty="0">
                <a:latin typeface="Times New Roman" panose="02020603050405020304" pitchFamily="18" charset="0"/>
                <a:cs typeface="Times New Roman" panose="02020603050405020304" pitchFamily="18" charset="0"/>
              </a:rPr>
              <a:t>2.1 </a:t>
            </a:r>
            <a:r>
              <a:rPr lang="en-US" sz="2400" dirty="0">
                <a:solidFill>
                  <a:schemeClr val="dk1"/>
                </a:solidFill>
                <a:latin typeface="Times New Roman" panose="02020603050405020304" pitchFamily="18" charset="0"/>
                <a:ea typeface="Bookman Old Style" panose="02050604050505020204"/>
                <a:cs typeface="Times New Roman" panose="02020603050405020304" pitchFamily="18" charset="0"/>
                <a:sym typeface="Bookman Old Style" panose="02050604050505020204"/>
              </a:rPr>
              <a:t>Problem Definition </a:t>
            </a:r>
          </a:p>
          <a:p>
            <a:pPr>
              <a:lnSpc>
                <a:spcPts val="2560"/>
              </a:lnSpc>
            </a:pPr>
            <a:r>
              <a:rPr lang="en-US" sz="2400" dirty="0">
                <a:solidFill>
                  <a:schemeClr val="dk1"/>
                </a:solidFill>
                <a:latin typeface="Times New Roman" panose="02020603050405020304" pitchFamily="18" charset="0"/>
                <a:cs typeface="Times New Roman" panose="02020603050405020304" pitchFamily="18" charset="0"/>
                <a:sym typeface="Bookman Old Style" panose="02050604050505020204"/>
              </a:rPr>
              <a:t>      2.2 </a:t>
            </a:r>
            <a:r>
              <a:rPr lang="en-US" sz="2400" dirty="0">
                <a:solidFill>
                  <a:schemeClr val="dk1"/>
                </a:solidFill>
                <a:latin typeface="Times New Roman" panose="02020603050405020304" pitchFamily="18" charset="0"/>
                <a:ea typeface="Bookman Old Style" panose="02050604050505020204"/>
                <a:cs typeface="Times New Roman" panose="02020603050405020304" pitchFamily="18" charset="0"/>
                <a:sym typeface="Bookman Old Style" panose="02050604050505020204"/>
              </a:rPr>
              <a:t>Objectives:</a:t>
            </a:r>
          </a:p>
          <a:p>
            <a:pPr>
              <a:lnSpc>
                <a:spcPts val="2560"/>
              </a:lnSpc>
            </a:pPr>
            <a:r>
              <a:rPr lang="en-US" sz="2400" dirty="0">
                <a:solidFill>
                  <a:schemeClr val="dk1"/>
                </a:solidFill>
                <a:latin typeface="Times New Roman" panose="02020603050405020304" pitchFamily="18" charset="0"/>
                <a:cs typeface="Times New Roman" panose="02020603050405020304" pitchFamily="18" charset="0"/>
                <a:sym typeface="Bookman Old Style" panose="02050604050505020204"/>
              </a:rPr>
              <a:t>      2.3 </a:t>
            </a:r>
            <a:r>
              <a:rPr lang="en-US" sz="2400" i="1" dirty="0">
                <a:solidFill>
                  <a:schemeClr val="dk1"/>
                </a:solidFill>
                <a:latin typeface="Times New Roman" panose="02020603050405020304" pitchFamily="18" charset="0"/>
                <a:ea typeface="Bookman Old Style" panose="02050604050505020204"/>
                <a:cs typeface="Times New Roman" panose="02020603050405020304" pitchFamily="18" charset="0"/>
                <a:sym typeface="Bookman Old Style" panose="02050604050505020204"/>
              </a:rPr>
              <a:t>Problem Identification </a:t>
            </a:r>
          </a:p>
          <a:p>
            <a:pPr>
              <a:lnSpc>
                <a:spcPts val="2560"/>
              </a:lnSpc>
            </a:pPr>
            <a:r>
              <a:rPr lang="en-US" sz="2400" i="1" dirty="0">
                <a:solidFill>
                  <a:schemeClr val="dk1"/>
                </a:solidFill>
                <a:latin typeface="Times New Roman" panose="02020603050405020304" pitchFamily="18" charset="0"/>
                <a:cs typeface="Times New Roman" panose="02020603050405020304" pitchFamily="18" charset="0"/>
                <a:sym typeface="Bookman Old Style" panose="02050604050505020204"/>
              </a:rPr>
              <a:t>      2.4 </a:t>
            </a:r>
            <a:r>
              <a:rPr lang="en-US" sz="2400" dirty="0">
                <a:solidFill>
                  <a:schemeClr val="dk1"/>
                </a:solidFill>
                <a:latin typeface="Times New Roman" panose="02020603050405020304" pitchFamily="18" charset="0"/>
                <a:ea typeface="Bookman Old Style" panose="02050604050505020204"/>
                <a:cs typeface="Times New Roman" panose="02020603050405020304" pitchFamily="18" charset="0"/>
                <a:sym typeface="Bookman Old Style" panose="02050604050505020204"/>
              </a:rPr>
              <a:t>Problem Solution</a:t>
            </a:r>
            <a:endParaRPr lang="en-US" sz="2400" dirty="0">
              <a:solidFill>
                <a:srgbClr val="000000"/>
              </a:solidFill>
              <a:latin typeface="Times New Roman" panose="02020603050405020304" pitchFamily="18" charset="0"/>
              <a:cs typeface="Times New Roman" panose="02020603050405020304" pitchFamily="18" charset="0"/>
            </a:endParaRPr>
          </a:p>
          <a:p>
            <a:pPr algn="l">
              <a:lnSpc>
                <a:spcPts val="2560"/>
              </a:lnSpc>
            </a:pPr>
            <a:r>
              <a:rPr lang="en-US" sz="2800" dirty="0">
                <a:solidFill>
                  <a:srgbClr val="000000"/>
                </a:solidFill>
                <a:latin typeface="Times New Roman" panose="02020603050405020304"/>
              </a:rPr>
              <a:t>3. Workflow</a:t>
            </a:r>
          </a:p>
          <a:p>
            <a:pPr algn="l">
              <a:lnSpc>
                <a:spcPts val="2560"/>
              </a:lnSpc>
            </a:pPr>
            <a:r>
              <a:rPr lang="en-US" sz="2800" dirty="0">
                <a:solidFill>
                  <a:srgbClr val="000000"/>
                </a:solidFill>
                <a:latin typeface="Times New Roman" panose="02020603050405020304"/>
              </a:rPr>
              <a:t>4. Hardware &amp; Software Requirements</a:t>
            </a:r>
          </a:p>
          <a:p>
            <a:pPr algn="l">
              <a:lnSpc>
                <a:spcPts val="2560"/>
              </a:lnSpc>
            </a:pPr>
            <a:r>
              <a:rPr lang="en-US" sz="2800" dirty="0">
                <a:solidFill>
                  <a:srgbClr val="000000"/>
                </a:solidFill>
                <a:latin typeface="Times New Roman" panose="02020603050405020304"/>
              </a:rPr>
              <a:t>6. Results</a:t>
            </a:r>
          </a:p>
          <a:p>
            <a:pPr algn="l">
              <a:lnSpc>
                <a:spcPts val="2560"/>
              </a:lnSpc>
            </a:pPr>
            <a:r>
              <a:rPr lang="en-US" sz="2800" dirty="0">
                <a:solidFill>
                  <a:srgbClr val="000000"/>
                </a:solidFill>
                <a:latin typeface="Times New Roman" panose="02020603050405020304"/>
              </a:rPr>
              <a:t>7. Conclusion</a:t>
            </a:r>
          </a:p>
          <a:p>
            <a:pPr algn="l">
              <a:lnSpc>
                <a:spcPts val="2560"/>
              </a:lnSpc>
            </a:pPr>
            <a:r>
              <a:rPr lang="en-US" sz="2800" dirty="0">
                <a:solidFill>
                  <a:srgbClr val="000000"/>
                </a:solidFill>
                <a:latin typeface="Times New Roman" panose="02020603050405020304"/>
              </a:rPr>
              <a:t>8. Future Scope</a:t>
            </a:r>
          </a:p>
          <a:p>
            <a:pPr algn="l">
              <a:lnSpc>
                <a:spcPts val="2560"/>
              </a:lnSpc>
            </a:pPr>
            <a:r>
              <a:rPr lang="en-US" sz="2800" dirty="0">
                <a:solidFill>
                  <a:srgbClr val="000000"/>
                </a:solidFill>
                <a:latin typeface="Times New Roman" panose="02020603050405020304"/>
              </a:rPr>
              <a:t>9. 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
        <p:cNvGrpSpPr/>
        <p:nvPr/>
      </p:nvGrpSpPr>
      <p:grpSpPr>
        <a:xfrm>
          <a:off x="0" y="0"/>
          <a:ext cx="0" cy="0"/>
          <a:chOff x="0" y="0"/>
          <a:chExt cx="0" cy="0"/>
        </a:xfrm>
      </p:grpSpPr>
      <p:sp>
        <p:nvSpPr>
          <p:cNvPr id="95" name="Google Shape;95;p14"/>
          <p:cNvSpPr txBox="1"/>
          <p:nvPr/>
        </p:nvSpPr>
        <p:spPr>
          <a:xfrm>
            <a:off x="1077673" y="213020"/>
            <a:ext cx="7151927" cy="766695"/>
          </a:xfrm>
          <a:prstGeom prst="rect">
            <a:avLst/>
          </a:prstGeom>
          <a:noFill/>
          <a:ln>
            <a:noFill/>
          </a:ln>
        </p:spPr>
        <p:txBody>
          <a:bodyPr spcFirstLastPara="1" wrap="square" lIns="68550" tIns="34275" rIns="68550" bIns="34275" anchor="ctr" anchorCtr="0">
            <a:noAutofit/>
          </a:bodyPr>
          <a:lstStyle/>
          <a:p>
            <a:pPr marL="0" marR="0" lvl="0" indent="0" algn="ctr" rtl="0">
              <a:lnSpc>
                <a:spcPct val="90000"/>
              </a:lnSpc>
              <a:spcBef>
                <a:spcPts val="0"/>
              </a:spcBef>
              <a:spcAft>
                <a:spcPts val="0"/>
              </a:spcAft>
              <a:buNone/>
            </a:pPr>
            <a:r>
              <a:rPr lang="en-US"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1. Introduction</a:t>
            </a:r>
            <a:endParaRPr sz="3600" b="1" i="1" u="none" strike="noStrike" cap="none"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96" name="Google Shape;96;p14"/>
          <p:cNvSpPr txBox="1">
            <a:spLocks noGrp="1"/>
          </p:cNvSpPr>
          <p:nvPr>
            <p:ph type="dt" idx="10"/>
          </p:nvPr>
        </p:nvSpPr>
        <p:spPr>
          <a:xfrm>
            <a:off x="29819" y="6425925"/>
            <a:ext cx="2133600" cy="365125"/>
          </a:xfrm>
          <a:prstGeom prst="rect">
            <a:avLst/>
          </a:prstGeom>
          <a:solidFill>
            <a:schemeClr val="bg1"/>
          </a:solid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solidFill>
                  <a:schemeClr val="tx1"/>
                </a:solidFill>
                <a:sym typeface="+mn-ea"/>
              </a:rPr>
              <a:t>23 October 2024</a:t>
            </a:r>
            <a:endParaRPr lang="en-US">
              <a:solidFill>
                <a:schemeClr val="tx1"/>
              </a:solidFill>
            </a:endParaRPr>
          </a:p>
          <a:p>
            <a:pPr marL="0" lvl="0" indent="0" algn="l" rtl="0">
              <a:spcBef>
                <a:spcPts val="0"/>
              </a:spcBef>
              <a:spcAft>
                <a:spcPts val="0"/>
              </a:spcAft>
              <a:buNone/>
            </a:pPr>
            <a:endParaRPr lang="en-US">
              <a:solidFill>
                <a:schemeClr val="tx1"/>
              </a:solidFill>
            </a:endParaRPr>
          </a:p>
        </p:txBody>
      </p:sp>
      <p:sp>
        <p:nvSpPr>
          <p:cNvPr id="97" name="Google Shape;97;p14"/>
          <p:cNvSpPr txBox="1">
            <a:spLocks noGrp="1"/>
          </p:cNvSpPr>
          <p:nvPr>
            <p:ph type="ftr" idx="11"/>
          </p:nvPr>
        </p:nvSpPr>
        <p:spPr>
          <a:xfrm>
            <a:off x="1676691" y="6397419"/>
            <a:ext cx="5135216" cy="422136"/>
          </a:xfrm>
          <a:prstGeom prst="rect">
            <a:avLst/>
          </a:prstGeom>
          <a:noFill/>
          <a:ln>
            <a:noFill/>
          </a:ln>
        </p:spPr>
        <p:txBody>
          <a:bodyPr spcFirstLastPara="1" wrap="square" lIns="91425" tIns="45700" rIns="91425" bIns="45700" anchor="ctr" anchorCtr="0">
            <a:noAutofit/>
          </a:bodyPr>
          <a:lstStyle/>
          <a:p>
            <a:pPr algn="ctr"/>
            <a:r>
              <a:rPr lang="en-US" i="0" dirty="0">
                <a:solidFill>
                  <a:schemeClr val="tx1"/>
                </a:solidFill>
              </a:rPr>
              <a:t>(“Virtual Paint”)</a:t>
            </a:r>
          </a:p>
          <a:p>
            <a:endParaRPr i="0" dirty="0"/>
          </a:p>
        </p:txBody>
      </p:sp>
      <p:sp>
        <p:nvSpPr>
          <p:cNvPr id="98" name="Google Shape;98;p14"/>
          <p:cNvSpPr txBox="1"/>
          <p:nvPr/>
        </p:nvSpPr>
        <p:spPr>
          <a:xfrm>
            <a:off x="315595" y="1329055"/>
            <a:ext cx="8502650" cy="5043805"/>
          </a:xfrm>
          <a:prstGeom prst="rect">
            <a:avLst/>
          </a:prstGeom>
          <a:noFill/>
          <a:ln>
            <a:noFill/>
          </a:ln>
        </p:spPr>
        <p:txBody>
          <a:bodyPr spcFirstLastPara="1" wrap="square" lIns="91425" tIns="45700" rIns="91425" bIns="45700" anchor="t" anchorCtr="0">
            <a:noAutofit/>
          </a:bodyPr>
          <a:lstStyle/>
          <a:p>
            <a:pPr marR="0" lvl="0" algn="just" rtl="0">
              <a:spcBef>
                <a:spcPts val="0"/>
              </a:spcBef>
              <a:spcAft>
                <a:spcPts val="0"/>
              </a:spcAft>
              <a:buClr>
                <a:schemeClr val="dk1"/>
              </a:buClr>
              <a:buSzPts val="4400"/>
            </a:pPr>
            <a:r>
              <a:rPr lang="en-US" sz="2000" dirty="0">
                <a:latin typeface="Times New Roman" panose="02020603050405020304" pitchFamily="18" charset="0"/>
                <a:cs typeface="Times New Roman" panose="02020603050405020304" pitchFamily="18" charset="0"/>
              </a:rPr>
              <a:t>Creating a virtual paint application in Python is an exciting project that uses computer vision, specifically the OpenCV library, to allow users to draw on a virtual canvas . The core idea of this project is to create a system where a webcam captures video feed, tracks a specific object or marker (such as a colored object or hand), and uses the tracked movement to simulate drawing on a virtual canvas</a:t>
            </a:r>
          </a:p>
          <a:p>
            <a:pPr algn="just">
              <a:buClr>
                <a:schemeClr val="dk1"/>
              </a:buClr>
              <a:buSzPts val="4400"/>
            </a:pPr>
            <a:r>
              <a:rPr lang="en-IN" sz="2100" dirty="0">
                <a:latin typeface="Times New Roman" panose="02020603050405020304" pitchFamily="18" charset="0"/>
                <a:cs typeface="Times New Roman" panose="02020603050405020304" pitchFamily="18" charset="0"/>
              </a:rPr>
              <a:t>1. </a:t>
            </a:r>
            <a:r>
              <a:rPr lang="en-IN" sz="2100" b="1" dirty="0">
                <a:latin typeface="Times New Roman" panose="02020603050405020304" pitchFamily="18" charset="0"/>
                <a:cs typeface="Times New Roman" panose="02020603050405020304" pitchFamily="18" charset="0"/>
              </a:rPr>
              <a:t>Key Libraries Needed</a:t>
            </a:r>
            <a:endParaRPr lang="en-US" sz="2100" dirty="0">
              <a:latin typeface="Times New Roman" panose="02020603050405020304" pitchFamily="18" charset="0"/>
              <a:cs typeface="Times New Roman" panose="02020603050405020304" pitchFamily="18" charset="0"/>
            </a:endParaRPr>
          </a:p>
          <a:p>
            <a:pPr marR="0" lvl="0" algn="just" rtl="0">
              <a:spcBef>
                <a:spcPts val="0"/>
              </a:spcBef>
              <a:spcAft>
                <a:spcPts val="0"/>
              </a:spcAft>
              <a:buClr>
                <a:schemeClr val="dk1"/>
              </a:buClr>
              <a:buSzPts val="4400"/>
            </a:pPr>
            <a:r>
              <a:rPr lang="en-IN" sz="2000" dirty="0" err="1">
                <a:latin typeface="Times New Roman" panose="02020603050405020304" pitchFamily="18" charset="0"/>
                <a:cs typeface="Times New Roman" panose="02020603050405020304" pitchFamily="18" charset="0"/>
              </a:rPr>
              <a:t>i.OpenCV</a:t>
            </a:r>
            <a:endParaRPr lang="en-IN" sz="2000" dirty="0">
              <a:latin typeface="Times New Roman" panose="02020603050405020304" pitchFamily="18" charset="0"/>
              <a:cs typeface="Times New Roman" panose="02020603050405020304" pitchFamily="18" charset="0"/>
            </a:endParaRPr>
          </a:p>
          <a:p>
            <a:pPr marR="0" lvl="0" algn="just" rtl="0">
              <a:spcBef>
                <a:spcPts val="0"/>
              </a:spcBef>
              <a:spcAft>
                <a:spcPts val="0"/>
              </a:spcAft>
              <a:buClr>
                <a:schemeClr val="dk1"/>
              </a:buClr>
              <a:buSzPts val="4400"/>
            </a:pPr>
            <a:r>
              <a:rPr lang="en-IN" sz="2000" dirty="0" err="1">
                <a:latin typeface="Times New Roman" panose="02020603050405020304" pitchFamily="18" charset="0"/>
                <a:cs typeface="Times New Roman" panose="02020603050405020304" pitchFamily="18" charset="0"/>
              </a:rPr>
              <a:t>ii.NumPy</a:t>
            </a:r>
            <a:endParaRPr lang="en-IN" sz="2000" dirty="0">
              <a:latin typeface="Times New Roman" panose="02020603050405020304" pitchFamily="18" charset="0"/>
              <a:cs typeface="Times New Roman" panose="02020603050405020304" pitchFamily="18" charset="0"/>
            </a:endParaRPr>
          </a:p>
          <a:p>
            <a:pPr marR="0" lvl="0" algn="just" rtl="0">
              <a:spcBef>
                <a:spcPts val="0"/>
              </a:spcBef>
              <a:spcAft>
                <a:spcPts val="0"/>
              </a:spcAft>
              <a:buClr>
                <a:schemeClr val="dk1"/>
              </a:buClr>
              <a:buSzPts val="4400"/>
            </a:pPr>
            <a:r>
              <a:rPr lang="en-IN" sz="2000" dirty="0" err="1">
                <a:latin typeface="Times New Roman" panose="02020603050405020304" pitchFamily="18" charset="0"/>
                <a:cs typeface="Times New Roman" panose="02020603050405020304" pitchFamily="18" charset="0"/>
              </a:rPr>
              <a:t>iii.Hand</a:t>
            </a:r>
            <a:r>
              <a:rPr lang="en-IN" sz="2000" dirty="0">
                <a:latin typeface="Times New Roman" panose="02020603050405020304" pitchFamily="18" charset="0"/>
                <a:cs typeface="Times New Roman" panose="02020603050405020304" pitchFamily="18" charset="0"/>
              </a:rPr>
              <a:t> Tracking Module </a:t>
            </a:r>
          </a:p>
          <a:p>
            <a:pPr marR="0" lvl="0" algn="just" rtl="0">
              <a:spcBef>
                <a:spcPts val="0"/>
              </a:spcBef>
              <a:spcAft>
                <a:spcPts val="0"/>
              </a:spcAft>
              <a:buClr>
                <a:schemeClr val="dk1"/>
              </a:buClr>
              <a:buSzPts val="4400"/>
            </a:pPr>
            <a:endParaRPr lang="en-IN" sz="2800" dirty="0"/>
          </a:p>
          <a:p>
            <a:pPr marR="0" lvl="0" algn="just" rtl="0">
              <a:spcBef>
                <a:spcPts val="0"/>
              </a:spcBef>
              <a:spcAft>
                <a:spcPts val="0"/>
              </a:spcAft>
              <a:buClr>
                <a:schemeClr val="dk1"/>
              </a:buClr>
              <a:buSzPts val="4400"/>
            </a:pPr>
            <a:r>
              <a:rPr lang="en-IN" sz="2100" b="1" dirty="0">
                <a:latin typeface="Times New Roman" panose="02020603050405020304" pitchFamily="18" charset="0"/>
                <a:cs typeface="Times New Roman" panose="02020603050405020304" pitchFamily="18" charset="0"/>
              </a:rPr>
              <a:t>2. Features</a:t>
            </a:r>
            <a:endParaRPr lang="en-US" sz="2100" b="1" dirty="0">
              <a:latin typeface="Times New Roman" panose="02020603050405020304" pitchFamily="18" charset="0"/>
              <a:cs typeface="Times New Roman" panose="02020603050405020304" pitchFamily="18" charset="0"/>
            </a:endParaRPr>
          </a:p>
          <a:p>
            <a:pPr marR="0" lvl="0" algn="just" rtl="0">
              <a:spcBef>
                <a:spcPts val="0"/>
              </a:spcBef>
              <a:spcAft>
                <a:spcPts val="0"/>
              </a:spcAft>
              <a:buClr>
                <a:schemeClr val="dk1"/>
              </a:buClr>
              <a:buSzPts val="4400"/>
            </a:pPr>
            <a:r>
              <a:rPr lang="en-IN" sz="2000" dirty="0">
                <a:latin typeface="Times New Roman" panose="02020603050405020304" pitchFamily="18" charset="0"/>
                <a:cs typeface="Times New Roman" panose="02020603050405020304" pitchFamily="18" charset="0"/>
              </a:rPr>
              <a:t>i. Webcam Capture</a:t>
            </a:r>
          </a:p>
          <a:p>
            <a:pPr marR="0" lvl="0" algn="just" rtl="0">
              <a:spcBef>
                <a:spcPts val="0"/>
              </a:spcBef>
              <a:spcAft>
                <a:spcPts val="0"/>
              </a:spcAft>
              <a:buClr>
                <a:schemeClr val="dk1"/>
              </a:buClr>
              <a:buSzPts val="4400"/>
            </a:pPr>
            <a:r>
              <a:rPr lang="en-IN" sz="2000" dirty="0">
                <a:latin typeface="Times New Roman" panose="02020603050405020304" pitchFamily="18" charset="0"/>
                <a:cs typeface="Times New Roman" panose="02020603050405020304" pitchFamily="18" charset="0"/>
              </a:rPr>
              <a:t>ii. Hand Gesture Control</a:t>
            </a:r>
            <a:endParaRPr lang="en-IN" sz="2000" b="1" dirty="0">
              <a:latin typeface="Times New Roman" panose="02020603050405020304" pitchFamily="18" charset="0"/>
              <a:cs typeface="Times New Roman" panose="02020603050405020304" pitchFamily="18" charset="0"/>
            </a:endParaRPr>
          </a:p>
          <a:p>
            <a:pPr marR="0" lvl="0" algn="just" rtl="0">
              <a:spcBef>
                <a:spcPts val="0"/>
              </a:spcBef>
              <a:spcAft>
                <a:spcPts val="0"/>
              </a:spcAft>
              <a:buClr>
                <a:schemeClr val="dk1"/>
              </a:buClr>
              <a:buSzPts val="4400"/>
            </a:pPr>
            <a:r>
              <a:rPr lang="en-IN" sz="2000" dirty="0">
                <a:latin typeface="Times New Roman" panose="02020603050405020304" pitchFamily="18" charset="0"/>
                <a:cs typeface="Times New Roman" panose="02020603050405020304" pitchFamily="18" charset="0"/>
              </a:rPr>
              <a:t>iii. Eraser Tool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6"/>
          <p:cNvSpPr txBox="1"/>
          <p:nvPr/>
        </p:nvSpPr>
        <p:spPr>
          <a:xfrm>
            <a:off x="1273629" y="331998"/>
            <a:ext cx="7870500" cy="800100"/>
          </a:xfrm>
          <a:prstGeom prst="rect">
            <a:avLst/>
          </a:prstGeom>
          <a:noFill/>
          <a:ln>
            <a:noFill/>
          </a:ln>
        </p:spPr>
        <p:txBody>
          <a:bodyPr spcFirstLastPara="1" wrap="square" lIns="68550" tIns="34275" rIns="68550" bIns="34275" anchor="ctr" anchorCtr="0">
            <a:noAutofit/>
          </a:bodyPr>
          <a:lstStyle/>
          <a:p>
            <a:pPr marL="0" marR="0" lvl="0" indent="0" algn="l" rtl="0">
              <a:lnSpc>
                <a:spcPct val="90000"/>
              </a:lnSpc>
              <a:spcBef>
                <a:spcPts val="0"/>
              </a:spcBef>
              <a:spcAft>
                <a:spcPts val="0"/>
              </a:spcAft>
              <a:buNone/>
            </a:pPr>
            <a:r>
              <a:rPr lang="en-US" sz="32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2. Problem Statement and Objectives</a:t>
            </a:r>
            <a:endParaRPr sz="32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116" name="Google Shape;116;p16"/>
          <p:cNvSpPr/>
          <p:nvPr/>
        </p:nvSpPr>
        <p:spPr>
          <a:xfrm>
            <a:off x="152400" y="2057400"/>
            <a:ext cx="8884200" cy="1548900"/>
          </a:xfrm>
          <a:prstGeom prst="rect">
            <a:avLst/>
          </a:prstGeom>
          <a:noFill/>
          <a:ln>
            <a:noFill/>
          </a:ln>
        </p:spPr>
        <p:txBody>
          <a:bodyPr spcFirstLastPara="1" wrap="square" lIns="68550" tIns="34275" rIns="68550" bIns="34275" anchor="b" anchorCtr="0">
            <a:noAutofit/>
          </a:bodyPr>
          <a:lstStyle/>
          <a:p>
            <a:pPr marL="0" marR="0" lvl="0" indent="0" algn="l" rtl="0">
              <a:lnSpc>
                <a:spcPct val="90000"/>
              </a:lnSpc>
              <a:spcBef>
                <a:spcPts val="0"/>
              </a:spcBef>
              <a:spcAft>
                <a:spcPts val="0"/>
              </a:spcAft>
              <a:buNone/>
            </a:pPr>
            <a:r>
              <a:rPr lang="en-US" sz="2400" b="1"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2.1 Problem Definition :</a:t>
            </a:r>
            <a:r>
              <a:rPr lang="en-US" sz="1700" b="1"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 </a:t>
            </a:r>
          </a:p>
          <a:p>
            <a:pPr marL="0" marR="0" lvl="0" indent="0" algn="l" rtl="0">
              <a:lnSpc>
                <a:spcPct val="90000"/>
              </a:lnSpc>
              <a:spcBef>
                <a:spcPts val="0"/>
              </a:spcBef>
              <a:spcAft>
                <a:spcPts val="0"/>
              </a:spcAft>
              <a:buNone/>
            </a:pPr>
            <a:endParaRPr lang="en-US" sz="1700" b="1" i="1" dirty="0">
              <a:solidFill>
                <a:schemeClr val="dk1"/>
              </a:solidFill>
              <a:latin typeface="Bookman Old Style" panose="02050604050505020204"/>
              <a:ea typeface="Times New Roman" panose="02020603050405020304"/>
              <a:cs typeface="Times New Roman" panose="02020603050405020304"/>
              <a:sym typeface="Bookman Old Style" panose="02050604050505020204"/>
            </a:endParaRPr>
          </a:p>
          <a:p>
            <a:pPr marL="0" marR="0" lvl="0" indent="0" algn="just" rtl="0">
              <a:lnSpc>
                <a:spcPct val="90000"/>
              </a:lnSpc>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Virtual Paint refers to the use of digital tools and software to create to artworks on a computer or mobile devices it allows user to simulate the experience of traditional painting by providing a wide range of digital brushes to draw the various shapes.</a:t>
            </a:r>
            <a:r>
              <a:rPr lang="en-US" sz="2400" b="1"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  </a:t>
            </a:r>
            <a:endParaRPr sz="2400" b="1"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117" name="Google Shape;117;p16"/>
          <p:cNvSpPr/>
          <p:nvPr/>
        </p:nvSpPr>
        <p:spPr>
          <a:xfrm>
            <a:off x="72400" y="4009100"/>
            <a:ext cx="2857500" cy="524700"/>
          </a:xfrm>
          <a:prstGeom prst="rect">
            <a:avLst/>
          </a:prstGeom>
          <a:noFill/>
          <a:ln>
            <a:noFill/>
          </a:ln>
        </p:spPr>
        <p:txBody>
          <a:bodyPr spcFirstLastPara="1" wrap="square" lIns="68550" tIns="34275" rIns="68550" bIns="34275" anchor="b" anchorCtr="0">
            <a:noAutofit/>
          </a:bodyPr>
          <a:lstStyle/>
          <a:p>
            <a:pPr marL="0" marR="0" lvl="0" indent="0" algn="l" rtl="0">
              <a:lnSpc>
                <a:spcPct val="90000"/>
              </a:lnSpc>
              <a:spcBef>
                <a:spcPts val="0"/>
              </a:spcBef>
              <a:spcAft>
                <a:spcPts val="0"/>
              </a:spcAft>
              <a:buFont typeface="Arial" panose="020B0604020202020204" pitchFamily="34" charset="0"/>
              <a:buNone/>
            </a:pPr>
            <a:r>
              <a:rPr lang="en-US" sz="2400" b="1"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2.2 Objectives:</a:t>
            </a:r>
            <a:endParaRPr sz="2400" b="1"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118" name="Google Shape;118;p16"/>
          <p:cNvSpPr txBox="1">
            <a:spLocks noGrp="1"/>
          </p:cNvSpPr>
          <p:nvPr>
            <p:ph type="dt" idx="10"/>
          </p:nvPr>
        </p:nvSpPr>
        <p:spPr>
          <a:xfrm>
            <a:off x="51409" y="645704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solidFill>
                  <a:schemeClr val="tx1"/>
                </a:solidFill>
                <a:sym typeface="+mn-ea"/>
              </a:rPr>
              <a:t>23 October 2024</a:t>
            </a:r>
            <a:endParaRPr lang="en-US">
              <a:solidFill>
                <a:schemeClr val="tx1"/>
              </a:solidFill>
            </a:endParaRPr>
          </a:p>
          <a:p>
            <a:pPr marL="0" lvl="0" indent="0" algn="l" rtl="0">
              <a:spcBef>
                <a:spcPts val="0"/>
              </a:spcBef>
              <a:spcAft>
                <a:spcPts val="0"/>
              </a:spcAft>
              <a:buNone/>
            </a:pPr>
            <a:endParaRPr lang="en-US">
              <a:solidFill>
                <a:schemeClr val="tx1"/>
              </a:solidFill>
            </a:endParaRPr>
          </a:p>
        </p:txBody>
      </p:sp>
      <p:sp>
        <p:nvSpPr>
          <p:cNvPr id="119" name="Google Shape;119;p16"/>
          <p:cNvSpPr txBox="1">
            <a:spLocks noGrp="1"/>
          </p:cNvSpPr>
          <p:nvPr>
            <p:ph type="ftr" idx="11"/>
          </p:nvPr>
        </p:nvSpPr>
        <p:spPr>
          <a:xfrm>
            <a:off x="1752297" y="6400594"/>
            <a:ext cx="5135216" cy="422136"/>
          </a:xfrm>
          <a:prstGeom prst="rect">
            <a:avLst/>
          </a:prstGeom>
          <a:noFill/>
          <a:ln>
            <a:noFill/>
          </a:ln>
        </p:spPr>
        <p:txBody>
          <a:bodyPr spcFirstLastPara="1" wrap="square" lIns="91425" tIns="45700" rIns="91425" bIns="45700" anchor="ctr" anchorCtr="0">
            <a:noAutofit/>
          </a:bodyPr>
          <a:lstStyle/>
          <a:p>
            <a:r>
              <a:rPr lang="en-US" i="0" dirty="0">
                <a:solidFill>
                  <a:schemeClr val="tx1"/>
                </a:solidFill>
              </a:rPr>
              <a:t>(“Virtual Paint”)</a:t>
            </a:r>
          </a:p>
          <a:p>
            <a:endParaRPr i="0" dirty="0"/>
          </a:p>
        </p:txBody>
      </p:sp>
      <p:sp>
        <p:nvSpPr>
          <p:cNvPr id="120" name="Google Shape;120;p16"/>
          <p:cNvSpPr txBox="1"/>
          <p:nvPr/>
        </p:nvSpPr>
        <p:spPr>
          <a:xfrm>
            <a:off x="206100" y="4615510"/>
            <a:ext cx="9144000" cy="1338798"/>
          </a:xfrm>
          <a:prstGeom prst="rect">
            <a:avLst/>
          </a:prstGeom>
          <a:noFill/>
          <a:ln>
            <a:noFill/>
          </a:ln>
        </p:spPr>
        <p:txBody>
          <a:bodyPr spcFirstLastPara="1" wrap="square" lIns="91425" tIns="91425" rIns="91425" bIns="91425" anchor="t" anchorCtr="0">
            <a:spAutoFit/>
          </a:bodyPr>
          <a:lstStyle/>
          <a:p>
            <a:pPr marL="457200" lvl="0" indent="-400050" algn="l" rtl="0">
              <a:spcBef>
                <a:spcPts val="0"/>
              </a:spcBef>
              <a:spcAft>
                <a:spcPts val="0"/>
              </a:spcAft>
              <a:buSzPts val="2700"/>
              <a:buFont typeface="Times New Roman" panose="02020603050405020304"/>
              <a:buAutoNum type="arabicPeriod"/>
            </a:pPr>
            <a:r>
              <a:rPr lang="en-US" sz="2400" dirty="0">
                <a:latin typeface="Times New Roman" panose="02020603050405020304"/>
                <a:ea typeface="Times New Roman" panose="02020603050405020304"/>
                <a:cs typeface="Times New Roman" panose="02020603050405020304"/>
                <a:sym typeface="Times New Roman" panose="02020603050405020304"/>
              </a:rPr>
              <a:t>To create a virtual canvas for purpose of sketching.</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457200" lvl="0" indent="-400050" algn="l" rtl="0">
              <a:spcBef>
                <a:spcPts val="0"/>
              </a:spcBef>
              <a:spcAft>
                <a:spcPts val="0"/>
              </a:spcAft>
              <a:buSzPts val="2700"/>
              <a:buFont typeface="Times New Roman" panose="02020603050405020304"/>
              <a:buAutoNum type="arabicPeriod"/>
            </a:pPr>
            <a:r>
              <a:rPr lang="en-US" sz="2400" dirty="0">
                <a:latin typeface="Times New Roman" panose="02020603050405020304"/>
                <a:ea typeface="Times New Roman" panose="02020603050405020304"/>
                <a:cs typeface="Times New Roman" panose="02020603050405020304"/>
                <a:sym typeface="Times New Roman" panose="02020603050405020304"/>
              </a:rPr>
              <a:t>To do the Morphological operations.</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457200" lvl="0" indent="-400050" algn="l" rtl="0">
              <a:spcBef>
                <a:spcPts val="0"/>
              </a:spcBef>
              <a:spcAft>
                <a:spcPts val="0"/>
              </a:spcAft>
              <a:buSzPts val="2700"/>
              <a:buFont typeface="Times New Roman" panose="02020603050405020304"/>
              <a:buAutoNum type="arabicPeriod"/>
            </a:pPr>
            <a:r>
              <a:rPr lang="en-US" sz="2400" dirty="0">
                <a:latin typeface="Times New Roman" panose="02020603050405020304"/>
                <a:ea typeface="Times New Roman" panose="02020603050405020304"/>
                <a:cs typeface="Times New Roman" panose="02020603050405020304"/>
                <a:sym typeface="Times New Roman" panose="02020603050405020304"/>
              </a:rPr>
              <a:t>To create an interface between user and the system</a:t>
            </a:r>
            <a:r>
              <a:rPr lang="en-US" sz="2700" dirty="0">
                <a:latin typeface="Times New Roman" panose="02020603050405020304"/>
                <a:ea typeface="Times New Roman" panose="02020603050405020304"/>
                <a:cs typeface="Times New Roman" panose="02020603050405020304"/>
                <a:sym typeface="Times New Roman" panose="02020603050405020304"/>
              </a:rPr>
              <a:t>.</a:t>
            </a:r>
            <a:endParaRPr sz="27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21" name="Google Shape;121;p16"/>
          <p:cNvSpPr txBox="1"/>
          <p:nvPr/>
        </p:nvSpPr>
        <p:spPr>
          <a:xfrm>
            <a:off x="2185325" y="4495000"/>
            <a:ext cx="7000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p:nvPr/>
        </p:nvSpPr>
        <p:spPr>
          <a:xfrm>
            <a:off x="1273629" y="331998"/>
            <a:ext cx="7870371" cy="800116"/>
          </a:xfrm>
          <a:prstGeom prst="rect">
            <a:avLst/>
          </a:prstGeom>
          <a:noFill/>
          <a:ln>
            <a:noFill/>
          </a:ln>
        </p:spPr>
        <p:txBody>
          <a:bodyPr spcFirstLastPara="1" wrap="square" lIns="68550" tIns="34275" rIns="68550" bIns="34275" anchor="ctr" anchorCtr="0">
            <a:noAutofit/>
          </a:bodyPr>
          <a:lstStyle/>
          <a:p>
            <a:pPr marL="0" marR="0" lvl="0" indent="0" algn="l" rtl="0">
              <a:lnSpc>
                <a:spcPct val="90000"/>
              </a:lnSpc>
              <a:spcBef>
                <a:spcPts val="0"/>
              </a:spcBef>
              <a:spcAft>
                <a:spcPts val="0"/>
              </a:spcAft>
              <a:buNone/>
            </a:pPr>
            <a:r>
              <a:rPr lang="en-US" sz="3200" b="1" i="1">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Problem Statement and Objectives</a:t>
            </a:r>
            <a:endParaRPr sz="3200" b="1" i="1">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104" name="Google Shape;104;p15"/>
          <p:cNvSpPr/>
          <p:nvPr/>
        </p:nvSpPr>
        <p:spPr>
          <a:xfrm>
            <a:off x="97976" y="1488625"/>
            <a:ext cx="5073900" cy="416400"/>
          </a:xfrm>
          <a:prstGeom prst="rect">
            <a:avLst/>
          </a:prstGeom>
          <a:noFill/>
          <a:ln>
            <a:noFill/>
          </a:ln>
        </p:spPr>
        <p:txBody>
          <a:bodyPr spcFirstLastPara="1" wrap="square" lIns="68550" tIns="34275" rIns="68550" bIns="34275" anchor="b" anchorCtr="0">
            <a:noAutofit/>
          </a:bodyPr>
          <a:lstStyle/>
          <a:p>
            <a:pPr marL="0" marR="0" lvl="0" indent="0" algn="l" rtl="0">
              <a:lnSpc>
                <a:spcPct val="90000"/>
              </a:lnSpc>
              <a:spcBef>
                <a:spcPts val="0"/>
              </a:spcBef>
              <a:spcAft>
                <a:spcPts val="0"/>
              </a:spcAft>
              <a:buNone/>
            </a:pPr>
            <a:r>
              <a:rPr lang="en-US" sz="2400" b="1"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2.3 Problem Identification :      </a:t>
            </a:r>
            <a:endParaRPr sz="2400" b="1"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105" name="Google Shape;105;p15"/>
          <p:cNvSpPr/>
          <p:nvPr/>
        </p:nvSpPr>
        <p:spPr>
          <a:xfrm>
            <a:off x="0" y="2982645"/>
            <a:ext cx="8573700" cy="903600"/>
          </a:xfrm>
          <a:prstGeom prst="rect">
            <a:avLst/>
          </a:prstGeom>
          <a:noFill/>
          <a:ln>
            <a:noFill/>
          </a:ln>
        </p:spPr>
        <p:txBody>
          <a:bodyPr spcFirstLastPara="1" wrap="square" lIns="68550" tIns="34275" rIns="68550" bIns="34275" anchor="b" anchorCtr="0">
            <a:noAutofit/>
          </a:bodyPr>
          <a:lstStyle/>
          <a:p>
            <a:pPr marL="0" marR="0" lvl="0" indent="0" algn="l" rtl="0">
              <a:lnSpc>
                <a:spcPct val="90000"/>
              </a:lnSpc>
              <a:spcBef>
                <a:spcPts val="0"/>
              </a:spcBef>
              <a:spcAft>
                <a:spcPts val="0"/>
              </a:spcAft>
              <a:buFont typeface="Arial" panose="020B0604020202020204" pitchFamily="34" charset="0"/>
              <a:buNone/>
            </a:pPr>
            <a:r>
              <a:rPr lang="en-US" sz="2400" b="1"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rPr>
              <a:t>2.4 Problem Solution:</a:t>
            </a:r>
            <a:endParaRPr sz="2400" b="1" i="1" dirty="0">
              <a:solidFill>
                <a:schemeClr val="dk1"/>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106" name="Google Shape;106;p15"/>
          <p:cNvSpPr txBox="1">
            <a:spLocks noGrp="1"/>
          </p:cNvSpPr>
          <p:nvPr>
            <p:ph type="dt" idx="10"/>
          </p:nvPr>
        </p:nvSpPr>
        <p:spPr>
          <a:xfrm>
            <a:off x="29819" y="6425925"/>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solidFill>
                  <a:schemeClr val="tx1"/>
                </a:solidFill>
                <a:sym typeface="+mn-ea"/>
              </a:rPr>
              <a:t>23 October 2024</a:t>
            </a:r>
            <a:endParaRPr lang="en-US">
              <a:solidFill>
                <a:schemeClr val="tx1"/>
              </a:solidFill>
            </a:endParaRPr>
          </a:p>
          <a:p>
            <a:pPr marL="0" lvl="0" indent="0" algn="l" rtl="0">
              <a:spcBef>
                <a:spcPts val="0"/>
              </a:spcBef>
              <a:spcAft>
                <a:spcPts val="0"/>
              </a:spcAft>
              <a:buNone/>
            </a:pPr>
            <a:endParaRPr lang="en-US">
              <a:solidFill>
                <a:schemeClr val="tx1"/>
              </a:solidFill>
            </a:endParaRPr>
          </a:p>
        </p:txBody>
      </p:sp>
      <p:sp>
        <p:nvSpPr>
          <p:cNvPr id="107" name="Google Shape;107;p15"/>
          <p:cNvSpPr txBox="1">
            <a:spLocks noGrp="1"/>
          </p:cNvSpPr>
          <p:nvPr>
            <p:ph type="ftr" idx="11"/>
          </p:nvPr>
        </p:nvSpPr>
        <p:spPr>
          <a:xfrm>
            <a:off x="1752297" y="6368914"/>
            <a:ext cx="5135216" cy="422136"/>
          </a:xfrm>
          <a:prstGeom prst="rect">
            <a:avLst/>
          </a:prstGeom>
          <a:noFill/>
          <a:ln>
            <a:noFill/>
          </a:ln>
        </p:spPr>
        <p:txBody>
          <a:bodyPr spcFirstLastPara="1" wrap="square" lIns="91425" tIns="45700" rIns="91425" bIns="45700" anchor="ctr" anchorCtr="0">
            <a:noAutofit/>
          </a:bodyPr>
          <a:lstStyle/>
          <a:p>
            <a:r>
              <a:rPr lang="en-US" i="0" dirty="0">
                <a:solidFill>
                  <a:schemeClr val="tx1"/>
                </a:solidFill>
              </a:rPr>
              <a:t>(“Virtual Paint”)</a:t>
            </a:r>
          </a:p>
          <a:p>
            <a:endParaRPr i="0" dirty="0"/>
          </a:p>
        </p:txBody>
      </p:sp>
      <p:sp>
        <p:nvSpPr>
          <p:cNvPr id="108" name="Google Shape;108;p15"/>
          <p:cNvSpPr txBox="1"/>
          <p:nvPr/>
        </p:nvSpPr>
        <p:spPr>
          <a:xfrm>
            <a:off x="152400" y="1927600"/>
            <a:ext cx="8830200" cy="15360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2000" dirty="0">
                <a:latin typeface="Calibri" panose="020F0502020204030204"/>
                <a:ea typeface="Calibri" panose="020F0502020204030204"/>
                <a:cs typeface="Calibri" panose="020F0502020204030204"/>
                <a:sym typeface="Calibri" panose="020F0502020204030204"/>
              </a:rPr>
              <a:t> </a:t>
            </a:r>
            <a:r>
              <a:rPr lang="en-US" sz="2400" dirty="0">
                <a:latin typeface="Times New Roman" panose="02020603050405020304"/>
                <a:ea typeface="Times New Roman" panose="02020603050405020304"/>
                <a:cs typeface="Times New Roman" panose="02020603050405020304"/>
                <a:sym typeface="Times New Roman" panose="02020603050405020304"/>
              </a:rPr>
              <a:t>In normal paint application everyone is not comfortable to draw anything with the help of mouse. This application is Very friendly with Not only Kids but also all age peoples.</a:t>
            </a:r>
            <a:endParaRPr sz="24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09" name="Google Shape;109;p15"/>
          <p:cNvSpPr txBox="1"/>
          <p:nvPr/>
        </p:nvSpPr>
        <p:spPr>
          <a:xfrm>
            <a:off x="3120900" y="3486150"/>
            <a:ext cx="6023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panose="020F0502020204030204"/>
              <a:ea typeface="Calibri" panose="020F0502020204030204"/>
              <a:cs typeface="Calibri" panose="020F0502020204030204"/>
              <a:sym typeface="Calibri" panose="020F0502020204030204"/>
            </a:endParaRPr>
          </a:p>
        </p:txBody>
      </p:sp>
      <p:sp>
        <p:nvSpPr>
          <p:cNvPr id="110" name="Google Shape;110;p15"/>
          <p:cNvSpPr txBox="1"/>
          <p:nvPr/>
        </p:nvSpPr>
        <p:spPr>
          <a:xfrm>
            <a:off x="228600" y="4020025"/>
            <a:ext cx="8990100" cy="923299"/>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US" sz="2400" dirty="0">
                <a:latin typeface="Times New Roman" panose="02020603050405020304"/>
                <a:ea typeface="Times New Roman" panose="02020603050405020304"/>
                <a:cs typeface="Times New Roman" panose="02020603050405020304"/>
                <a:sym typeface="Times New Roman" panose="02020603050405020304"/>
              </a:rPr>
              <a:t>This system can use smartphone camera or images from library and overlay the chosen images by the user needs.</a:t>
            </a:r>
            <a:endParaRPr sz="2400"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4848" y="9940"/>
            <a:ext cx="1197666" cy="1232452"/>
          </a:xfrm>
          <a:custGeom>
            <a:avLst/>
            <a:gdLst/>
            <a:ahLst/>
            <a:cxnLst/>
            <a:rect l="l" t="t" r="r" b="b"/>
            <a:pathLst>
              <a:path w="1277510" h="1314615">
                <a:moveTo>
                  <a:pt x="0" y="0"/>
                </a:moveTo>
                <a:lnTo>
                  <a:pt x="1277510" y="0"/>
                </a:lnTo>
                <a:lnTo>
                  <a:pt x="1277510" y="1314615"/>
                </a:lnTo>
                <a:lnTo>
                  <a:pt x="0" y="1314615"/>
                </a:lnTo>
                <a:lnTo>
                  <a:pt x="0" y="0"/>
                </a:lnTo>
                <a:close/>
              </a:path>
            </a:pathLst>
          </a:custGeom>
          <a:blipFill>
            <a:blip r:embed="rId3"/>
            <a:stretch>
              <a:fillRect l="-22129" r="-23198" b="-44"/>
            </a:stretch>
          </a:blipFill>
        </p:spPr>
      </p:sp>
      <p:sp>
        <p:nvSpPr>
          <p:cNvPr id="3" name="TextBox 3"/>
          <p:cNvSpPr txBox="1"/>
          <p:nvPr/>
        </p:nvSpPr>
        <p:spPr>
          <a:xfrm>
            <a:off x="1160885" y="338386"/>
            <a:ext cx="7219326" cy="507127"/>
          </a:xfrm>
          <a:prstGeom prst="rect">
            <a:avLst/>
          </a:prstGeom>
        </p:spPr>
        <p:txBody>
          <a:bodyPr lIns="0" tIns="0" rIns="0" bIns="0" rtlCol="0" anchor="t">
            <a:spAutoFit/>
          </a:bodyPr>
          <a:lstStyle/>
          <a:p>
            <a:pPr algn="ctr">
              <a:lnSpc>
                <a:spcPts val="3885"/>
              </a:lnSpc>
            </a:pPr>
            <a:r>
              <a:rPr lang="en-US" sz="3900" b="1" spc="28" dirty="0">
                <a:solidFill>
                  <a:srgbClr val="0070C0"/>
                </a:solidFill>
                <a:latin typeface="TT Phobos Bold Italics" panose="02000803060000090004"/>
              </a:rPr>
              <a:t> Hardware Requirements</a:t>
            </a:r>
          </a:p>
        </p:txBody>
      </p:sp>
      <p:sp>
        <p:nvSpPr>
          <p:cNvPr id="4" name="TextBox 4"/>
          <p:cNvSpPr txBox="1"/>
          <p:nvPr/>
        </p:nvSpPr>
        <p:spPr>
          <a:xfrm>
            <a:off x="115530" y="6441980"/>
            <a:ext cx="1962178" cy="368935"/>
          </a:xfrm>
          <a:prstGeom prst="rect">
            <a:avLst/>
          </a:prstGeom>
        </p:spPr>
        <p:txBody>
          <a:bodyPr lIns="0" tIns="0" rIns="0" bIns="0" rtlCol="0" anchor="t">
            <a:spAutoFit/>
          </a:bodyPr>
          <a:lstStyle/>
          <a:p>
            <a:pPr>
              <a:lnSpc>
                <a:spcPts val="1440"/>
              </a:lnSpc>
            </a:pPr>
            <a:r>
              <a:rPr lang="en-US" sz="1200">
                <a:solidFill>
                  <a:schemeClr val="tx1"/>
                </a:solidFill>
                <a:sym typeface="+mn-ea"/>
              </a:rPr>
              <a:t>23 October 2024</a:t>
            </a:r>
            <a:endParaRPr lang="en-US" sz="1200">
              <a:solidFill>
                <a:schemeClr val="tx1"/>
              </a:solidFill>
            </a:endParaRPr>
          </a:p>
          <a:p>
            <a:pPr>
              <a:lnSpc>
                <a:spcPts val="1440"/>
              </a:lnSpc>
            </a:pPr>
            <a:endParaRPr lang="en-US" sz="1200">
              <a:solidFill>
                <a:schemeClr val="tx1"/>
              </a:solidFill>
              <a:latin typeface="Times New Roman" panose="02020603050405020304"/>
            </a:endParaRPr>
          </a:p>
        </p:txBody>
      </p:sp>
      <p:sp>
        <p:nvSpPr>
          <p:cNvPr id="5" name="TextBox 5"/>
          <p:cNvSpPr txBox="1"/>
          <p:nvPr/>
        </p:nvSpPr>
        <p:spPr>
          <a:xfrm>
            <a:off x="1828845" y="6400699"/>
            <a:ext cx="4963794" cy="553720"/>
          </a:xfrm>
          <a:prstGeom prst="rect">
            <a:avLst/>
          </a:prstGeom>
        </p:spPr>
        <p:txBody>
          <a:bodyPr lIns="0" tIns="0" rIns="0" bIns="0" rtlCol="0" anchor="t">
            <a:spAutoFit/>
          </a:bodyPr>
          <a:lstStyle/>
          <a:p>
            <a:pPr algn="ctr">
              <a:lnSpc>
                <a:spcPts val="1440"/>
              </a:lnSpc>
            </a:pPr>
            <a:r>
              <a:rPr lang="en-US" sz="1200" dirty="0">
                <a:solidFill>
                  <a:schemeClr val="tx1"/>
                </a:solidFill>
                <a:sym typeface="+mn-ea"/>
              </a:rPr>
              <a:t>(“Virtual Paint”)</a:t>
            </a:r>
            <a:endParaRPr lang="en-US" sz="1200" dirty="0">
              <a:solidFill>
                <a:schemeClr val="tx1"/>
              </a:solidFill>
            </a:endParaRPr>
          </a:p>
          <a:p>
            <a:pPr marL="0" lvl="0" indent="0" algn="ctr" rtl="0">
              <a:spcBef>
                <a:spcPts val="0"/>
              </a:spcBef>
              <a:spcAft>
                <a:spcPts val="0"/>
              </a:spcAft>
              <a:buNone/>
            </a:pPr>
            <a:endParaRPr lang="en-US" sz="1200" dirty="0"/>
          </a:p>
          <a:p>
            <a:pPr algn="ctr">
              <a:lnSpc>
                <a:spcPts val="1440"/>
              </a:lnSpc>
            </a:pPr>
            <a:endParaRPr lang="en-US" sz="1200">
              <a:solidFill>
                <a:srgbClr val="FF0000"/>
              </a:solidFill>
              <a:latin typeface="Arial Italics" panose="020B0502020202090204"/>
            </a:endParaRPr>
          </a:p>
        </p:txBody>
      </p:sp>
      <p:sp>
        <p:nvSpPr>
          <p:cNvPr id="6" name="TextBox 6"/>
          <p:cNvSpPr txBox="1"/>
          <p:nvPr/>
        </p:nvSpPr>
        <p:spPr>
          <a:xfrm>
            <a:off x="500581" y="1463510"/>
            <a:ext cx="6494821" cy="1548116"/>
          </a:xfrm>
          <a:prstGeom prst="rect">
            <a:avLst/>
          </a:prstGeom>
        </p:spPr>
        <p:txBody>
          <a:bodyPr lIns="0" tIns="0" rIns="0" bIns="0" rtlCol="0" anchor="t">
            <a:spAutoFit/>
          </a:bodyPr>
          <a:lstStyle/>
          <a:p>
            <a:pPr>
              <a:lnSpc>
                <a:spcPts val="3360"/>
              </a:lnSpc>
            </a:pPr>
            <a:r>
              <a:rPr lang="en-US" sz="2800">
                <a:latin typeface="Times New Roman Bold" panose="02030802070405020303"/>
              </a:rPr>
              <a:t>Windows Requirements</a:t>
            </a:r>
          </a:p>
          <a:p>
            <a:pPr marL="231775" lvl="1" indent="-116205">
              <a:lnSpc>
                <a:spcPts val="2160"/>
              </a:lnSpc>
              <a:buFont typeface="Arial" panose="020B0604020202020204"/>
              <a:buChar char="•"/>
            </a:pPr>
            <a:r>
              <a:rPr lang="en-US" sz="1800">
                <a:latin typeface="Times New Roman Bold" panose="02030802070405020303"/>
              </a:rPr>
              <a:t>RAM:</a:t>
            </a:r>
            <a:r>
              <a:rPr lang="en-US" sz="1800">
                <a:latin typeface="Times New Roman" panose="02020603050405020304"/>
              </a:rPr>
              <a:t> 4 GB</a:t>
            </a:r>
          </a:p>
          <a:p>
            <a:pPr marL="231775" lvl="1" indent="-116205">
              <a:lnSpc>
                <a:spcPts val="2160"/>
              </a:lnSpc>
              <a:buFont typeface="Arial" panose="020B0604020202020204"/>
              <a:buChar char="•"/>
            </a:pPr>
            <a:r>
              <a:rPr lang="en-US" sz="1800">
                <a:latin typeface="Times New Roman Bold" panose="02030802070405020303"/>
              </a:rPr>
              <a:t>CPU:</a:t>
            </a:r>
            <a:r>
              <a:rPr lang="en-US" sz="1800">
                <a:latin typeface="Times New Roman" panose="02020603050405020304"/>
              </a:rPr>
              <a:t> Intel Pentium</a:t>
            </a:r>
          </a:p>
          <a:p>
            <a:pPr marL="231775" lvl="1" indent="-116205">
              <a:lnSpc>
                <a:spcPts val="2160"/>
              </a:lnSpc>
              <a:buFont typeface="Arial" panose="020B0604020202020204"/>
              <a:buChar char="•"/>
            </a:pPr>
            <a:r>
              <a:rPr lang="en-US" sz="1800">
                <a:latin typeface="Times New Roman Bold" panose="02030802070405020303"/>
              </a:rPr>
              <a:t>Web Browser</a:t>
            </a:r>
            <a:r>
              <a:rPr lang="en-US" sz="1800">
                <a:latin typeface="Times New Roman" panose="02020603050405020304"/>
              </a:rPr>
              <a:t>: chrome, firefox, etc.</a:t>
            </a:r>
          </a:p>
          <a:p>
            <a:pPr marL="231775" lvl="1" indent="-116205">
              <a:lnSpc>
                <a:spcPts val="2160"/>
              </a:lnSpc>
              <a:buFont typeface="Arial" panose="020B0604020202020204"/>
              <a:buChar char="•"/>
            </a:pPr>
            <a:r>
              <a:rPr lang="en-US" sz="1800">
                <a:latin typeface="Times New Roman Bold" panose="02030802070405020303"/>
              </a:rPr>
              <a:t>OS:</a:t>
            </a:r>
            <a:r>
              <a:rPr lang="en-US" sz="1800">
                <a:latin typeface="Times New Roman" panose="02020603050405020304"/>
              </a:rPr>
              <a:t> Windows 8</a:t>
            </a:r>
          </a:p>
        </p:txBody>
      </p:sp>
      <p:sp>
        <p:nvSpPr>
          <p:cNvPr id="7" name="TextBox 7"/>
          <p:cNvSpPr txBox="1"/>
          <p:nvPr/>
        </p:nvSpPr>
        <p:spPr>
          <a:xfrm>
            <a:off x="424380" y="3590022"/>
            <a:ext cx="6494821" cy="2092325"/>
          </a:xfrm>
          <a:prstGeom prst="rect">
            <a:avLst/>
          </a:prstGeom>
        </p:spPr>
        <p:txBody>
          <a:bodyPr lIns="0" tIns="0" rIns="0" bIns="0" rtlCol="0" anchor="t">
            <a:spAutoFit/>
          </a:bodyPr>
          <a:lstStyle/>
          <a:p>
            <a:pPr>
              <a:lnSpc>
                <a:spcPts val="3360"/>
              </a:lnSpc>
            </a:pPr>
            <a:r>
              <a:rPr lang="en-US" sz="2800">
                <a:latin typeface="Times New Roman Bold" panose="02030802070405020303"/>
              </a:rPr>
              <a:t>Android Requirements</a:t>
            </a:r>
          </a:p>
          <a:p>
            <a:pPr marL="231775" lvl="1" indent="-116205">
              <a:lnSpc>
                <a:spcPts val="2160"/>
              </a:lnSpc>
              <a:buFont typeface="Arial" panose="020B0604020202020204"/>
              <a:buChar char="•"/>
            </a:pPr>
            <a:r>
              <a:rPr lang="en-US" sz="1800">
                <a:latin typeface="Times New Roman Bold" panose="02030802070405020303"/>
              </a:rPr>
              <a:t>RAM:</a:t>
            </a:r>
            <a:r>
              <a:rPr lang="en-US" sz="1800">
                <a:latin typeface="Times New Roman" panose="02020603050405020304"/>
              </a:rPr>
              <a:t> 4 GB</a:t>
            </a:r>
          </a:p>
          <a:p>
            <a:pPr marL="231775" lvl="1" indent="-116205">
              <a:lnSpc>
                <a:spcPts val="2160"/>
              </a:lnSpc>
              <a:buFont typeface="Arial" panose="020B0604020202020204"/>
              <a:buChar char="•"/>
            </a:pPr>
            <a:r>
              <a:rPr lang="en-US" sz="1800">
                <a:latin typeface="Times New Roman Bold" panose="02030802070405020303"/>
              </a:rPr>
              <a:t>processor:</a:t>
            </a:r>
            <a:r>
              <a:rPr lang="en-US" sz="1800">
                <a:latin typeface="Times New Roman" panose="02020603050405020304"/>
              </a:rPr>
              <a:t> Snapdragon 425</a:t>
            </a:r>
          </a:p>
          <a:p>
            <a:pPr marL="231775" lvl="1" indent="-116205">
              <a:lnSpc>
                <a:spcPts val="2160"/>
              </a:lnSpc>
              <a:buFont typeface="Arial" panose="020B0604020202020204"/>
              <a:buChar char="•"/>
            </a:pPr>
            <a:r>
              <a:rPr lang="en-US" sz="1800">
                <a:latin typeface="Times New Roman Bold" panose="02030802070405020303"/>
              </a:rPr>
              <a:t>Network: </a:t>
            </a:r>
            <a:r>
              <a:rPr lang="en-US" sz="1800">
                <a:latin typeface="Times New Roman" panose="02020603050405020304"/>
              </a:rPr>
              <a:t>Internet Connection 4g/5g.</a:t>
            </a:r>
          </a:p>
          <a:p>
            <a:pPr marL="231775" lvl="1" indent="-116205">
              <a:lnSpc>
                <a:spcPts val="2160"/>
              </a:lnSpc>
              <a:buFont typeface="Arial" panose="020B0604020202020204"/>
              <a:buChar char="•"/>
            </a:pPr>
            <a:r>
              <a:rPr lang="en-US" sz="1800">
                <a:latin typeface="Times New Roman Bold" panose="02030802070405020303"/>
              </a:rPr>
              <a:t>OS:</a:t>
            </a:r>
            <a:r>
              <a:rPr lang="en-US" sz="1800">
                <a:latin typeface="Times New Roman" panose="02020603050405020304"/>
              </a:rPr>
              <a:t> Android 10</a:t>
            </a:r>
          </a:p>
          <a:p>
            <a:pPr marL="231775" lvl="1" indent="-116205">
              <a:lnSpc>
                <a:spcPts val="2160"/>
              </a:lnSpc>
            </a:pPr>
            <a:endParaRPr lang="en-US" sz="1800">
              <a:latin typeface="Times New Roman" panose="02020603050405020304"/>
            </a:endParaRPr>
          </a:p>
          <a:p>
            <a:pPr marL="231775" lvl="1" indent="-116205">
              <a:lnSpc>
                <a:spcPts val="2160"/>
              </a:lnSpc>
            </a:pPr>
            <a:endParaRPr lang="en-US" sz="1800">
              <a:latin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4848" y="9940"/>
            <a:ext cx="1197666" cy="1232452"/>
          </a:xfrm>
          <a:custGeom>
            <a:avLst/>
            <a:gdLst/>
            <a:ahLst/>
            <a:cxnLst/>
            <a:rect l="l" t="t" r="r" b="b"/>
            <a:pathLst>
              <a:path w="1277510" h="1314615">
                <a:moveTo>
                  <a:pt x="0" y="0"/>
                </a:moveTo>
                <a:lnTo>
                  <a:pt x="1277510" y="0"/>
                </a:lnTo>
                <a:lnTo>
                  <a:pt x="1277510" y="1314615"/>
                </a:lnTo>
                <a:lnTo>
                  <a:pt x="0" y="1314615"/>
                </a:lnTo>
                <a:lnTo>
                  <a:pt x="0" y="0"/>
                </a:lnTo>
                <a:close/>
              </a:path>
            </a:pathLst>
          </a:custGeom>
          <a:blipFill>
            <a:blip r:embed="rId3"/>
            <a:stretch>
              <a:fillRect l="-22129" r="-23198" b="-44"/>
            </a:stretch>
          </a:blipFill>
        </p:spPr>
      </p:sp>
      <p:sp>
        <p:nvSpPr>
          <p:cNvPr id="3" name="TextBox 3"/>
          <p:cNvSpPr txBox="1"/>
          <p:nvPr/>
        </p:nvSpPr>
        <p:spPr>
          <a:xfrm>
            <a:off x="1160885" y="338386"/>
            <a:ext cx="7219326" cy="510524"/>
          </a:xfrm>
          <a:prstGeom prst="rect">
            <a:avLst/>
          </a:prstGeom>
        </p:spPr>
        <p:txBody>
          <a:bodyPr lIns="0" tIns="0" rIns="0" bIns="0" rtlCol="0" anchor="t">
            <a:spAutoFit/>
          </a:bodyPr>
          <a:lstStyle/>
          <a:p>
            <a:pPr algn="ctr">
              <a:lnSpc>
                <a:spcPts val="3885"/>
              </a:lnSpc>
            </a:pPr>
            <a:r>
              <a:rPr lang="en-US" sz="4000" b="1" spc="28" dirty="0">
                <a:solidFill>
                  <a:srgbClr val="0070C0"/>
                </a:solidFill>
                <a:latin typeface="TT Phobos Bold Italics" panose="02000803060000090004"/>
              </a:rPr>
              <a:t> Software Requirements</a:t>
            </a:r>
          </a:p>
        </p:txBody>
      </p:sp>
      <p:sp>
        <p:nvSpPr>
          <p:cNvPr id="4" name="TextBox 4"/>
          <p:cNvSpPr txBox="1"/>
          <p:nvPr/>
        </p:nvSpPr>
        <p:spPr>
          <a:xfrm>
            <a:off x="115530" y="6441980"/>
            <a:ext cx="1962178" cy="368935"/>
          </a:xfrm>
          <a:prstGeom prst="rect">
            <a:avLst/>
          </a:prstGeom>
        </p:spPr>
        <p:txBody>
          <a:bodyPr lIns="0" tIns="0" rIns="0" bIns="0" rtlCol="0" anchor="t">
            <a:spAutoFit/>
          </a:bodyPr>
          <a:lstStyle/>
          <a:p>
            <a:pPr>
              <a:lnSpc>
                <a:spcPts val="1440"/>
              </a:lnSpc>
            </a:pPr>
            <a:r>
              <a:rPr lang="en-US" sz="1200">
                <a:solidFill>
                  <a:schemeClr val="tx1"/>
                </a:solidFill>
                <a:sym typeface="+mn-ea"/>
              </a:rPr>
              <a:t>23 October 2024</a:t>
            </a:r>
            <a:endParaRPr lang="en-US" sz="1200">
              <a:solidFill>
                <a:schemeClr val="tx1"/>
              </a:solidFill>
            </a:endParaRPr>
          </a:p>
          <a:p>
            <a:pPr>
              <a:lnSpc>
                <a:spcPts val="1440"/>
              </a:lnSpc>
            </a:pPr>
            <a:endParaRPr lang="en-US" sz="1200">
              <a:solidFill>
                <a:srgbClr val="FF0000"/>
              </a:solidFill>
              <a:latin typeface="Times New Roman" panose="02020603050405020304"/>
            </a:endParaRPr>
          </a:p>
        </p:txBody>
      </p:sp>
      <p:sp>
        <p:nvSpPr>
          <p:cNvPr id="5" name="TextBox 5"/>
          <p:cNvSpPr txBox="1"/>
          <p:nvPr/>
        </p:nvSpPr>
        <p:spPr>
          <a:xfrm>
            <a:off x="1025249" y="1387484"/>
            <a:ext cx="6941102" cy="3229610"/>
          </a:xfrm>
          <a:prstGeom prst="rect">
            <a:avLst/>
          </a:prstGeom>
        </p:spPr>
        <p:txBody>
          <a:bodyPr lIns="0" tIns="0" rIns="0" bIns="0" rtlCol="0" anchor="t">
            <a:spAutoFit/>
          </a:bodyPr>
          <a:lstStyle/>
          <a:p>
            <a:pPr algn="just">
              <a:lnSpc>
                <a:spcPts val="2160"/>
              </a:lnSpc>
            </a:pPr>
            <a:r>
              <a:rPr lang="en-US" sz="2000" dirty="0">
                <a:latin typeface="Times New Roman" panose="02020603050405020304" pitchFamily="18" charset="0"/>
                <a:cs typeface="Times New Roman" panose="02020603050405020304" pitchFamily="18" charset="0"/>
              </a:rPr>
              <a:t>1.Integrated Development Environment (IDE): Visual Studio Code (VS Code) Version: </a:t>
            </a:r>
            <a:r>
              <a:rPr lang="en-US" sz="2000" dirty="0">
                <a:solidFill>
                  <a:srgbClr val="242424"/>
                </a:solidFill>
                <a:latin typeface="Times New Roman" panose="02020603050405020304" pitchFamily="18" charset="0"/>
                <a:cs typeface="Times New Roman" panose="02020603050405020304" pitchFamily="18" charset="0"/>
              </a:rPr>
              <a:t>1.83.1</a:t>
            </a:r>
            <a:r>
              <a:rPr lang="en-US" sz="2000" dirty="0">
                <a:latin typeface="Times New Roman" panose="02020603050405020304" pitchFamily="18" charset="0"/>
                <a:cs typeface="Times New Roman" panose="02020603050405020304" pitchFamily="18" charset="0"/>
              </a:rPr>
              <a:t>.</a:t>
            </a:r>
          </a:p>
          <a:p>
            <a:pPr algn="just">
              <a:lnSpc>
                <a:spcPts val="2160"/>
              </a:lnSpc>
            </a:pPr>
            <a:endParaRPr lang="en-US" sz="2000" dirty="0">
              <a:latin typeface="Times New Roman" panose="02020603050405020304" pitchFamily="18" charset="0"/>
              <a:cs typeface="Times New Roman" panose="02020603050405020304" pitchFamily="18" charset="0"/>
            </a:endParaRPr>
          </a:p>
          <a:p>
            <a:pPr algn="just">
              <a:lnSpc>
                <a:spcPts val="2160"/>
              </a:lnSpc>
            </a:pPr>
            <a:r>
              <a:rPr lang="en-US" sz="2000" dirty="0">
                <a:latin typeface="Times New Roman" panose="02020603050405020304" pitchFamily="18" charset="0"/>
                <a:cs typeface="Times New Roman" panose="02020603050405020304" pitchFamily="18" charset="0"/>
              </a:rPr>
              <a:t>2.Markup Language: Hypertext Markup Language (HTML5) Version: </a:t>
            </a:r>
            <a:r>
              <a:rPr lang="en-US" sz="2000" dirty="0">
                <a:solidFill>
                  <a:srgbClr val="333333"/>
                </a:solidFill>
                <a:latin typeface="Times New Roman" panose="02020603050405020304" pitchFamily="18" charset="0"/>
                <a:cs typeface="Times New Roman" panose="02020603050405020304" pitchFamily="18" charset="0"/>
              </a:rPr>
              <a:t>4.01</a:t>
            </a:r>
            <a:r>
              <a:rPr lang="en-US" sz="2000" dirty="0">
                <a:latin typeface="Times New Roman" panose="02020603050405020304" pitchFamily="18" charset="0"/>
                <a:cs typeface="Times New Roman" panose="02020603050405020304" pitchFamily="18" charset="0"/>
              </a:rPr>
              <a:t>. </a:t>
            </a:r>
          </a:p>
          <a:p>
            <a:pPr algn="just">
              <a:lnSpc>
                <a:spcPts val="2160"/>
              </a:lnSpc>
            </a:pPr>
            <a:endParaRPr lang="en-US" sz="2000" dirty="0">
              <a:latin typeface="Times New Roman" panose="02020603050405020304" pitchFamily="18" charset="0"/>
              <a:cs typeface="Times New Roman" panose="02020603050405020304" pitchFamily="18" charset="0"/>
            </a:endParaRPr>
          </a:p>
          <a:p>
            <a:pPr algn="just">
              <a:lnSpc>
                <a:spcPts val="2160"/>
              </a:lnSpc>
            </a:pPr>
            <a:r>
              <a:rPr lang="en-US" sz="2000" dirty="0">
                <a:latin typeface="Times New Roman" panose="02020603050405020304" pitchFamily="18" charset="0"/>
                <a:cs typeface="Times New Roman" panose="02020603050405020304" pitchFamily="18" charset="0"/>
              </a:rPr>
              <a:t>3.Scripting language: JavaScript (JS) Version: ES2024.</a:t>
            </a:r>
          </a:p>
          <a:p>
            <a:pPr algn="just">
              <a:lnSpc>
                <a:spcPts val="2160"/>
              </a:lnSpc>
            </a:pPr>
            <a:endParaRPr lang="en-US" sz="2000" dirty="0">
              <a:latin typeface="Times New Roman" panose="02020603050405020304" pitchFamily="18" charset="0"/>
              <a:cs typeface="Times New Roman" panose="02020603050405020304" pitchFamily="18" charset="0"/>
            </a:endParaRPr>
          </a:p>
          <a:p>
            <a:pPr algn="just">
              <a:lnSpc>
                <a:spcPts val="1915"/>
              </a:lnSpc>
            </a:pPr>
            <a:r>
              <a:rPr lang="en-US" sz="2000" dirty="0">
                <a:latin typeface="Times New Roman" panose="02020603050405020304" pitchFamily="18" charset="0"/>
                <a:cs typeface="Times New Roman" panose="02020603050405020304" pitchFamily="18" charset="0"/>
              </a:rPr>
              <a:t>4.Styling: Cascading Style Sheets (CSS) Version W3.CSS.</a:t>
            </a:r>
          </a:p>
          <a:p>
            <a:pPr algn="just">
              <a:lnSpc>
                <a:spcPts val="1915"/>
              </a:lnSpc>
            </a:pPr>
            <a:endParaRPr lang="en-US" sz="2000" dirty="0">
              <a:latin typeface="Times New Roman" panose="02020603050405020304" pitchFamily="18" charset="0"/>
              <a:cs typeface="Times New Roman" panose="02020603050405020304" pitchFamily="18" charset="0"/>
            </a:endParaRPr>
          </a:p>
          <a:p>
            <a:pPr algn="just">
              <a:lnSpc>
                <a:spcPts val="1915"/>
              </a:lnSpc>
            </a:pPr>
            <a:r>
              <a:rPr lang="en-US" sz="2000" dirty="0">
                <a:latin typeface="Times New Roman" panose="02020603050405020304" pitchFamily="18" charset="0"/>
                <a:cs typeface="Times New Roman" panose="02020603050405020304" pitchFamily="18" charset="0"/>
              </a:rPr>
              <a:t>5. Logic : Python 3.11.4</a:t>
            </a:r>
          </a:p>
          <a:p>
            <a:pPr algn="just">
              <a:lnSpc>
                <a:spcPts val="2160"/>
              </a:lnSpc>
            </a:pPr>
            <a:endParaRPr lang="en-US" sz="2000" dirty="0">
              <a:latin typeface="Times New Roman" panose="02020603050405020304" pitchFamily="18" charset="0"/>
              <a:cs typeface="Times New Roman" panose="02020603050405020304" pitchFamily="18" charset="0"/>
            </a:endParaRPr>
          </a:p>
        </p:txBody>
      </p:sp>
      <p:sp>
        <p:nvSpPr>
          <p:cNvPr id="6" name="TextBox 6"/>
          <p:cNvSpPr txBox="1"/>
          <p:nvPr/>
        </p:nvSpPr>
        <p:spPr>
          <a:xfrm>
            <a:off x="1905045" y="6476899"/>
            <a:ext cx="4963794" cy="553720"/>
          </a:xfrm>
          <a:prstGeom prst="rect">
            <a:avLst/>
          </a:prstGeom>
        </p:spPr>
        <p:txBody>
          <a:bodyPr lIns="0" tIns="0" rIns="0" bIns="0" rtlCol="0" anchor="t">
            <a:spAutoFit/>
          </a:bodyPr>
          <a:lstStyle/>
          <a:p>
            <a:pPr algn="ctr">
              <a:lnSpc>
                <a:spcPts val="1440"/>
              </a:lnSpc>
            </a:pPr>
            <a:r>
              <a:rPr lang="en-US" sz="1200" dirty="0">
                <a:solidFill>
                  <a:schemeClr val="tx1"/>
                </a:solidFill>
                <a:sym typeface="+mn-ea"/>
              </a:rPr>
              <a:t>(“Virtual Paint”)</a:t>
            </a:r>
            <a:endParaRPr lang="en-US" sz="1200" dirty="0">
              <a:solidFill>
                <a:schemeClr val="tx1"/>
              </a:solidFill>
            </a:endParaRPr>
          </a:p>
          <a:p>
            <a:pPr marL="0" lvl="0" indent="0" algn="ctr" rtl="0">
              <a:spcBef>
                <a:spcPts val="0"/>
              </a:spcBef>
              <a:spcAft>
                <a:spcPts val="0"/>
              </a:spcAft>
              <a:buNone/>
            </a:pPr>
            <a:endParaRPr lang="en-US" sz="1200" dirty="0"/>
          </a:p>
          <a:p>
            <a:pPr algn="ctr">
              <a:lnSpc>
                <a:spcPts val="1440"/>
              </a:lnSpc>
            </a:pPr>
            <a:endParaRPr lang="en-US" sz="1200">
              <a:solidFill>
                <a:srgbClr val="FF0000"/>
              </a:solidFill>
              <a:latin typeface="Arial Italics" panose="020B050202020209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7"/>
          <p:cNvSpPr txBox="1"/>
          <p:nvPr/>
        </p:nvSpPr>
        <p:spPr>
          <a:xfrm>
            <a:off x="1055913" y="270533"/>
            <a:ext cx="7347857" cy="862283"/>
          </a:xfrm>
          <a:prstGeom prst="rect">
            <a:avLst/>
          </a:prstGeom>
          <a:noFill/>
          <a:ln>
            <a:noFill/>
          </a:ln>
        </p:spPr>
        <p:txBody>
          <a:bodyPr spcFirstLastPara="1" wrap="square" lIns="68550" tIns="34275" rIns="68550" bIns="34275" anchor="ctr" anchorCtr="0">
            <a:noAutofit/>
          </a:bodyPr>
          <a:lstStyle/>
          <a:p>
            <a:pPr marL="0" marR="0" lvl="0" indent="0" algn="ctr" rtl="0">
              <a:lnSpc>
                <a:spcPct val="90000"/>
              </a:lnSpc>
              <a:spcBef>
                <a:spcPts val="0"/>
              </a:spcBef>
              <a:spcAft>
                <a:spcPts val="0"/>
              </a:spcAft>
              <a:buClr>
                <a:schemeClr val="dk1"/>
              </a:buClr>
              <a:buSzPts val="4000"/>
              <a:buFont typeface="Bookman Old Style" panose="02050604050505020204"/>
              <a:buNone/>
            </a:pPr>
            <a:r>
              <a:rPr lang="en-US" sz="3600" b="1" i="1">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Workflow</a:t>
            </a:r>
            <a:endParaRPr sz="3600" b="1" i="1">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127" name="Google Shape;127;p17"/>
          <p:cNvSpPr txBox="1">
            <a:spLocks noGrp="1"/>
          </p:cNvSpPr>
          <p:nvPr>
            <p:ph type="dt" idx="10"/>
          </p:nvPr>
        </p:nvSpPr>
        <p:spPr>
          <a:xfrm>
            <a:off x="29819" y="6425925"/>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solidFill>
                  <a:schemeClr val="tx1"/>
                </a:solidFill>
                <a:sym typeface="+mn-ea"/>
              </a:rPr>
              <a:t>23 October 2024</a:t>
            </a:r>
            <a:endParaRPr lang="en-US">
              <a:solidFill>
                <a:schemeClr val="tx1"/>
              </a:solidFill>
            </a:endParaRPr>
          </a:p>
          <a:p>
            <a:pPr marL="0" lvl="0" indent="0" algn="l" rtl="0">
              <a:spcBef>
                <a:spcPts val="0"/>
              </a:spcBef>
              <a:spcAft>
                <a:spcPts val="0"/>
              </a:spcAft>
              <a:buNone/>
            </a:pPr>
            <a:endParaRPr lang="en-US">
              <a:solidFill>
                <a:schemeClr val="tx1"/>
              </a:solidFill>
              <a:sym typeface="+mn-ea"/>
            </a:endParaRPr>
          </a:p>
        </p:txBody>
      </p:sp>
      <p:sp>
        <p:nvSpPr>
          <p:cNvPr id="128" name="Google Shape;128;p17"/>
          <p:cNvSpPr txBox="1">
            <a:spLocks noGrp="1"/>
          </p:cNvSpPr>
          <p:nvPr>
            <p:ph type="ftr" idx="11"/>
          </p:nvPr>
        </p:nvSpPr>
        <p:spPr>
          <a:xfrm>
            <a:off x="1655541" y="6406047"/>
            <a:ext cx="5135216" cy="422136"/>
          </a:xfrm>
          <a:prstGeom prst="rect">
            <a:avLst/>
          </a:prstGeom>
          <a:noFill/>
          <a:ln>
            <a:noFill/>
          </a:ln>
        </p:spPr>
        <p:txBody>
          <a:bodyPr spcFirstLastPara="1" wrap="square" lIns="91425" tIns="45700" rIns="91425" bIns="45700" anchor="ctr" anchorCtr="0">
            <a:noAutofit/>
          </a:bodyPr>
          <a:lstStyle/>
          <a:p>
            <a:r>
              <a:rPr lang="en-US" i="0" dirty="0">
                <a:solidFill>
                  <a:schemeClr val="tx1"/>
                </a:solidFill>
              </a:rPr>
              <a:t>(“Virtual Paint”)</a:t>
            </a:r>
          </a:p>
          <a:p>
            <a:endParaRPr i="0" dirty="0"/>
          </a:p>
        </p:txBody>
      </p:sp>
      <p:sp>
        <p:nvSpPr>
          <p:cNvPr id="142" name="Google Shape;142;p17"/>
          <p:cNvSpPr txBox="1"/>
          <p:nvPr/>
        </p:nvSpPr>
        <p:spPr>
          <a:xfrm>
            <a:off x="6953850" y="4548725"/>
            <a:ext cx="1807500" cy="959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700" dirty="0">
              <a:latin typeface="Times New Roman" panose="02020603050405020304"/>
              <a:ea typeface="Times New Roman" panose="02020603050405020304"/>
              <a:cs typeface="Times New Roman" panose="02020603050405020304"/>
              <a:sym typeface="Times New Roman" panose="02020603050405020304"/>
            </a:endParaRPr>
          </a:p>
        </p:txBody>
      </p:sp>
      <p:pic>
        <p:nvPicPr>
          <p:cNvPr id="3" name="Picture 2"/>
          <p:cNvPicPr>
            <a:picLocks noChangeAspect="1"/>
          </p:cNvPicPr>
          <p:nvPr/>
        </p:nvPicPr>
        <p:blipFill>
          <a:blip r:embed="rId3"/>
          <a:stretch>
            <a:fillRect/>
          </a:stretch>
        </p:blipFill>
        <p:spPr>
          <a:xfrm>
            <a:off x="1371600" y="1132816"/>
            <a:ext cx="6553200" cy="494523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8"/>
          <p:cNvSpPr txBox="1">
            <a:spLocks noGrp="1"/>
          </p:cNvSpPr>
          <p:nvPr>
            <p:ph type="ctrTitle"/>
          </p:nvPr>
        </p:nvSpPr>
        <p:spPr>
          <a:xfrm>
            <a:off x="2026200" y="129440"/>
            <a:ext cx="5091600" cy="1194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9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Implementation</a:t>
            </a:r>
            <a:endParaRPr sz="39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155" name="Google Shape;155;p18"/>
          <p:cNvSpPr txBox="1">
            <a:spLocks noGrp="1"/>
          </p:cNvSpPr>
          <p:nvPr>
            <p:ph type="subTitle" idx="1"/>
          </p:nvPr>
        </p:nvSpPr>
        <p:spPr>
          <a:xfrm>
            <a:off x="1603375" y="1271905"/>
            <a:ext cx="6397625" cy="4595495"/>
          </a:xfrm>
          <a:prstGeom prst="rect">
            <a:avLst/>
          </a:prstGeom>
        </p:spPr>
        <p:txBody>
          <a:bodyPr spcFirstLastPara="1" wrap="square" lIns="91425" tIns="45700" rIns="91425" bIns="45700" anchor="t" anchorCtr="0">
            <a:normAutofit fontScale="97500"/>
          </a:bodyPr>
          <a:lstStyle/>
          <a:p>
            <a:pPr marL="457200" lvl="0" indent="-406400" algn="just" rtl="0">
              <a:spcBef>
                <a:spcPts val="480"/>
              </a:spcBef>
              <a:spcAft>
                <a:spcPts val="0"/>
              </a:spcAft>
              <a:buClr>
                <a:schemeClr val="dk1"/>
              </a:buClr>
              <a:buSzPts val="2800"/>
              <a:buFont typeface="Times New Roman" panose="02020603050405020304"/>
              <a:buAutoNum type="arabicPeriod"/>
            </a:pPr>
            <a:r>
              <a:rPr lang="en-US" sz="2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Software Required :</a:t>
            </a:r>
            <a:endParaRPr sz="25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480"/>
              </a:spcBef>
              <a:spcAft>
                <a:spcPts val="0"/>
              </a:spcAft>
              <a:buNone/>
            </a:pPr>
            <a:r>
              <a:rPr lang="en-US" sz="2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Code Editor  -Visual Studio Code</a:t>
            </a:r>
            <a:endParaRPr sz="25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480"/>
              </a:spcBef>
              <a:spcAft>
                <a:spcPts val="0"/>
              </a:spcAft>
              <a:buNone/>
            </a:pPr>
            <a:r>
              <a:rPr lang="en-US" sz="2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5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TechStack</a:t>
            </a:r>
            <a:r>
              <a:rPr lang="en-US" sz="2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Used:-</a:t>
            </a:r>
            <a:endParaRPr sz="25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480"/>
              </a:spcBef>
              <a:spcAft>
                <a:spcPts val="0"/>
              </a:spcAft>
              <a:buNone/>
            </a:pPr>
            <a:r>
              <a:rPr lang="en-US" sz="2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 HTML</a:t>
            </a:r>
            <a:endParaRPr sz="25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480"/>
              </a:spcBef>
              <a:spcAft>
                <a:spcPts val="0"/>
              </a:spcAft>
              <a:buNone/>
            </a:pPr>
            <a:r>
              <a:rPr lang="en-US" sz="2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[b]CSS </a:t>
            </a:r>
            <a:endParaRPr sz="25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480"/>
              </a:spcBef>
              <a:spcAft>
                <a:spcPts val="0"/>
              </a:spcAft>
              <a:buNone/>
            </a:pPr>
            <a:r>
              <a:rPr lang="en-US" sz="2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[c]python for logic </a:t>
            </a:r>
          </a:p>
          <a:p>
            <a:pPr marL="0" lvl="0" indent="0" algn="just" rtl="0">
              <a:spcBef>
                <a:spcPts val="480"/>
              </a:spcBef>
              <a:spcAft>
                <a:spcPts val="0"/>
              </a:spcAft>
              <a:buNone/>
            </a:pPr>
            <a:endParaRPr lang="en-US" sz="2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480"/>
              </a:spcBef>
              <a:spcAft>
                <a:spcPts val="0"/>
              </a:spcAft>
              <a:buNone/>
            </a:pPr>
            <a:endParaRPr lang="en-US" sz="2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480"/>
              </a:spcBef>
              <a:spcAft>
                <a:spcPts val="0"/>
              </a:spcAft>
              <a:buNone/>
            </a:pPr>
            <a:endParaRPr lang="en-US" sz="2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480"/>
              </a:spcBef>
              <a:spcAft>
                <a:spcPts val="0"/>
              </a:spcAft>
              <a:buNone/>
            </a:pPr>
            <a:endParaRPr lang="en-US" sz="2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480"/>
              </a:spcBef>
              <a:spcAft>
                <a:spcPts val="0"/>
              </a:spcAft>
              <a:buNone/>
            </a:pPr>
            <a:endParaRPr sz="2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 Box 1"/>
          <p:cNvSpPr txBox="1"/>
          <p:nvPr/>
        </p:nvSpPr>
        <p:spPr>
          <a:xfrm>
            <a:off x="2667000" y="6412865"/>
            <a:ext cx="3211195" cy="439420"/>
          </a:xfrm>
          <a:prstGeom prst="rect">
            <a:avLst/>
          </a:prstGeom>
          <a:noFill/>
        </p:spPr>
        <p:txBody>
          <a:bodyPr wrap="square" rtlCol="0">
            <a:noAutofit/>
          </a:bodyPr>
          <a:lstStyle/>
          <a:p>
            <a:pPr algn="ctr"/>
            <a:r>
              <a:rPr lang="en-US" sz="1200" dirty="0">
                <a:solidFill>
                  <a:schemeClr val="tx1"/>
                </a:solidFill>
                <a:latin typeface="Times New Roman" panose="02020603050405020304" pitchFamily="18" charset="0"/>
                <a:cs typeface="Times New Roman" panose="02020603050405020304" pitchFamily="18" charset="0"/>
              </a:rPr>
              <a:t>(“Virtual Paint”)</a:t>
            </a:r>
          </a:p>
        </p:txBody>
      </p:sp>
      <p:sp>
        <p:nvSpPr>
          <p:cNvPr id="3" name="Text Box 2"/>
          <p:cNvSpPr txBox="1"/>
          <p:nvPr/>
        </p:nvSpPr>
        <p:spPr>
          <a:xfrm>
            <a:off x="0" y="6477000"/>
            <a:ext cx="3101340" cy="287655"/>
          </a:xfrm>
          <a:prstGeom prst="rect">
            <a:avLst/>
          </a:prstGeom>
          <a:noFill/>
        </p:spPr>
        <p:txBody>
          <a:bodyPr wrap="square" rtlCol="0" anchor="t">
            <a:noAutofit/>
          </a:bodyPr>
          <a:lstStyle/>
          <a:p>
            <a:pPr marL="0" lvl="0" indent="0" algn="l" rtl="0">
              <a:spcBef>
                <a:spcPts val="0"/>
              </a:spcBef>
              <a:spcAft>
                <a:spcPts val="0"/>
              </a:spcAft>
              <a:buNone/>
            </a:pPr>
            <a:r>
              <a:rPr lang="en-US" sz="1200">
                <a:solidFill>
                  <a:schemeClr val="tx1"/>
                </a:solidFill>
                <a:sym typeface="+mn-ea"/>
              </a:rPr>
              <a:t>23 October 2024</a:t>
            </a:r>
            <a:endParaRPr lang="en-US" sz="1200">
              <a:solidFill>
                <a:schemeClr val="tx1"/>
              </a:solidFill>
            </a:endParaRPr>
          </a:p>
          <a:p>
            <a:pPr marL="0" lvl="0" indent="0" algn="l" rtl="0">
              <a:spcBef>
                <a:spcPts val="0"/>
              </a:spcBef>
              <a:spcAft>
                <a:spcPts val="0"/>
              </a:spcAft>
              <a:buNone/>
            </a:pPr>
            <a:endParaRPr lang="en-US" sz="1200">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8"/>
          <p:cNvSpPr txBox="1">
            <a:spLocks noGrp="1"/>
          </p:cNvSpPr>
          <p:nvPr>
            <p:ph type="ctrTitle"/>
          </p:nvPr>
        </p:nvSpPr>
        <p:spPr>
          <a:xfrm>
            <a:off x="2064299" y="-194827"/>
            <a:ext cx="5091600" cy="1194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Implementation</a:t>
            </a:r>
            <a:endParaRPr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155" name="Google Shape;155;p18"/>
          <p:cNvSpPr txBox="1">
            <a:spLocks noGrp="1"/>
          </p:cNvSpPr>
          <p:nvPr>
            <p:ph type="subTitle" idx="1"/>
          </p:nvPr>
        </p:nvSpPr>
        <p:spPr>
          <a:xfrm>
            <a:off x="304800" y="1271905"/>
            <a:ext cx="8610599" cy="4595495"/>
          </a:xfrm>
          <a:prstGeom prst="rect">
            <a:avLst/>
          </a:prstGeom>
        </p:spPr>
        <p:txBody>
          <a:bodyPr spcFirstLastPara="1" wrap="square" lIns="91425" tIns="45700" rIns="91425" bIns="45700" anchor="t" anchorCtr="0">
            <a:noAutofit/>
          </a:bodyPr>
          <a:lstStyle/>
          <a:p>
            <a:pPr indent="-457200" algn="just">
              <a:buAutoNum type="arabicPeriod"/>
            </a:pPr>
            <a:r>
              <a:rPr lang="en-US" dirty="0">
                <a:solidFill>
                  <a:srgbClr val="000000"/>
                </a:solidFill>
                <a:latin typeface="Times New Roman" panose="02020603050405020304"/>
              </a:rPr>
              <a:t>Importing required libraries (</a:t>
            </a:r>
            <a:r>
              <a:rPr lang="en-US" dirty="0" err="1">
                <a:solidFill>
                  <a:srgbClr val="000000"/>
                </a:solidFill>
                <a:latin typeface="Times New Roman" panose="02020603050405020304"/>
              </a:rPr>
              <a:t>Numpy</a:t>
            </a:r>
            <a:r>
              <a:rPr lang="en-US" dirty="0">
                <a:solidFill>
                  <a:srgbClr val="000000"/>
                </a:solidFill>
                <a:latin typeface="Times New Roman" panose="02020603050405020304"/>
              </a:rPr>
              <a:t>, </a:t>
            </a:r>
            <a:r>
              <a:rPr lang="en-US" dirty="0" err="1">
                <a:solidFill>
                  <a:srgbClr val="000000"/>
                </a:solidFill>
                <a:latin typeface="Times New Roman" panose="02020603050405020304"/>
              </a:rPr>
              <a:t>Opencv</a:t>
            </a:r>
            <a:r>
              <a:rPr lang="en-US" dirty="0">
                <a:solidFill>
                  <a:srgbClr val="000000"/>
                </a:solidFill>
                <a:latin typeface="Times New Roman" panose="02020603050405020304"/>
              </a:rPr>
              <a:t>)</a:t>
            </a:r>
          </a:p>
          <a:p>
            <a:pPr indent="-457200" algn="just">
              <a:buAutoNum type="arabicPeriod"/>
            </a:pPr>
            <a:r>
              <a:rPr lang="en-US" dirty="0">
                <a:solidFill>
                  <a:srgbClr val="000000"/>
                </a:solidFill>
                <a:latin typeface="Times New Roman" panose="02020603050405020304"/>
              </a:rPr>
              <a:t>Creating a window, that provides various options.(This will create a window that displays the different color options to draw and also it creates the buttons using cv2.putText.)</a:t>
            </a:r>
          </a:p>
          <a:p>
            <a:pPr indent="-457200" algn="just">
              <a:buAutoNum type="arabicPeriod" startAt="3"/>
            </a:pPr>
            <a:r>
              <a:rPr lang="en-US" dirty="0">
                <a:solidFill>
                  <a:srgbClr val="000000"/>
                </a:solidFill>
                <a:latin typeface="Times New Roman" panose="02020603050405020304"/>
              </a:rPr>
              <a:t>Capturing a video using a webcam and grabbing frames. (cam=cv2.VideoCapture(0) is used to capture video using webcam we will run a loop to grab the frames from the webcam and to display the dynamic results)</a:t>
            </a:r>
          </a:p>
          <a:p>
            <a:pPr marL="0" lvl="0" indent="0" algn="just" rtl="0">
              <a:spcBef>
                <a:spcPts val="480"/>
              </a:spcBef>
              <a:spcAft>
                <a:spcPts val="0"/>
              </a:spcAft>
              <a:buNone/>
            </a:pP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4.     </a:t>
            </a:r>
            <a:r>
              <a:rPr lang="en-US" dirty="0">
                <a:solidFill>
                  <a:srgbClr val="000000"/>
                </a:solidFill>
                <a:latin typeface="Times New Roman" panose="02020603050405020304"/>
              </a:rPr>
              <a:t>Using different morphing techniques</a:t>
            </a:r>
          </a:p>
          <a:p>
            <a:pPr marL="0" indent="0" algn="just"/>
            <a:r>
              <a:rPr lang="en-US"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5.     </a:t>
            </a:r>
            <a:r>
              <a:rPr lang="en-US" dirty="0">
                <a:solidFill>
                  <a:srgbClr val="000000"/>
                </a:solidFill>
                <a:latin typeface="Times New Roman" panose="02020603050405020304"/>
              </a:rPr>
              <a:t>Displaying output.</a:t>
            </a:r>
          </a:p>
          <a:p>
            <a:pPr marL="0" lvl="0" indent="0" algn="just" rtl="0">
              <a:spcBef>
                <a:spcPts val="480"/>
              </a:spcBef>
              <a:spcAft>
                <a:spcPts val="0"/>
              </a:spcAft>
              <a:buNone/>
            </a:pP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 Box 1"/>
          <p:cNvSpPr txBox="1"/>
          <p:nvPr/>
        </p:nvSpPr>
        <p:spPr>
          <a:xfrm>
            <a:off x="2667000" y="6412865"/>
            <a:ext cx="3211195" cy="439420"/>
          </a:xfrm>
          <a:prstGeom prst="rect">
            <a:avLst/>
          </a:prstGeom>
          <a:noFill/>
        </p:spPr>
        <p:txBody>
          <a:bodyPr wrap="square" rtlCol="0">
            <a:noAutofit/>
          </a:bodyPr>
          <a:lstStyle/>
          <a:p>
            <a:pPr algn="ctr"/>
            <a:r>
              <a:rPr lang="en-US" sz="1200" dirty="0">
                <a:solidFill>
                  <a:schemeClr val="tx1"/>
                </a:solidFill>
                <a:latin typeface="Times New Roman" panose="02020603050405020304" pitchFamily="18" charset="0"/>
                <a:cs typeface="Times New Roman" panose="02020603050405020304" pitchFamily="18" charset="0"/>
              </a:rPr>
              <a:t>(“Virtual Paint”)</a:t>
            </a:r>
          </a:p>
        </p:txBody>
      </p:sp>
      <p:sp>
        <p:nvSpPr>
          <p:cNvPr id="3" name="Text Box 2"/>
          <p:cNvSpPr txBox="1"/>
          <p:nvPr/>
        </p:nvSpPr>
        <p:spPr>
          <a:xfrm>
            <a:off x="0" y="6477000"/>
            <a:ext cx="3101340" cy="287655"/>
          </a:xfrm>
          <a:prstGeom prst="rect">
            <a:avLst/>
          </a:prstGeom>
          <a:noFill/>
        </p:spPr>
        <p:txBody>
          <a:bodyPr wrap="square" rtlCol="0" anchor="t">
            <a:noAutofit/>
          </a:bodyPr>
          <a:lstStyle/>
          <a:p>
            <a:pPr marL="0" lvl="0" indent="0" algn="l" rtl="0">
              <a:spcBef>
                <a:spcPts val="0"/>
              </a:spcBef>
              <a:spcAft>
                <a:spcPts val="0"/>
              </a:spcAft>
              <a:buNone/>
            </a:pPr>
            <a:r>
              <a:rPr lang="en-US" sz="1200">
                <a:solidFill>
                  <a:schemeClr val="tx1"/>
                </a:solidFill>
                <a:sym typeface="+mn-ea"/>
              </a:rPr>
              <a:t>23 October 2024</a:t>
            </a:r>
            <a:endParaRPr lang="en-US" sz="1200">
              <a:solidFill>
                <a:schemeClr val="tx1"/>
              </a:solidFill>
            </a:endParaRPr>
          </a:p>
          <a:p>
            <a:pPr marL="0" lvl="0" indent="0" algn="l" rtl="0">
              <a:spcBef>
                <a:spcPts val="0"/>
              </a:spcBef>
              <a:spcAft>
                <a:spcPts val="0"/>
              </a:spcAft>
              <a:buNone/>
            </a:pPr>
            <a:endParaRPr lang="en-US" sz="1200">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8"/>
          <p:cNvSpPr txBox="1">
            <a:spLocks noGrp="1"/>
          </p:cNvSpPr>
          <p:nvPr>
            <p:ph type="ctrTitle"/>
          </p:nvPr>
        </p:nvSpPr>
        <p:spPr>
          <a:xfrm>
            <a:off x="2064299" y="-194827"/>
            <a:ext cx="5091600" cy="1194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Implementation</a:t>
            </a:r>
            <a:endParaRPr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155" name="Google Shape;155;p18"/>
          <p:cNvSpPr txBox="1">
            <a:spLocks noGrp="1"/>
          </p:cNvSpPr>
          <p:nvPr>
            <p:ph type="subTitle" idx="1"/>
          </p:nvPr>
        </p:nvSpPr>
        <p:spPr>
          <a:xfrm>
            <a:off x="304800" y="1271905"/>
            <a:ext cx="8610599" cy="4900295"/>
          </a:xfrm>
          <a:prstGeom prst="rect">
            <a:avLst/>
          </a:prstGeom>
        </p:spPr>
        <p:txBody>
          <a:bodyPr spcFirstLastPara="1" wrap="square" lIns="91425" tIns="45700" rIns="91425" bIns="45700" anchor="t" anchorCtr="0">
            <a:noAutofit/>
          </a:bodyPr>
          <a:lstStyle/>
          <a:p>
            <a:pPr marL="0" lvl="0" indent="0" algn="just" rtl="0">
              <a:spcBef>
                <a:spcPts val="480"/>
              </a:spcBef>
              <a:spcAft>
                <a:spcPts val="0"/>
              </a:spcAft>
              <a:buNone/>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Co-</a:t>
            </a:r>
            <a:r>
              <a:rPr lang="en-US" sz="18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orinates</a:t>
            </a:r>
            <a:endPar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480"/>
              </a:spcBef>
              <a:spcAft>
                <a:spcPts val="0"/>
              </a:spcAft>
              <a:buNone/>
            </a:pPr>
            <a:endPar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480"/>
              </a:spcBef>
              <a:spcAft>
                <a:spcPts val="0"/>
              </a:spcAft>
              <a:buNone/>
            </a:pPr>
            <a:endPar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480"/>
              </a:spcBef>
              <a:spcAft>
                <a:spcPts val="0"/>
              </a:spcAft>
              <a:buNone/>
            </a:pPr>
            <a:endPar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480"/>
              </a:spcBef>
              <a:spcAft>
                <a:spcPts val="0"/>
              </a:spcAft>
              <a:buNone/>
            </a:pPr>
            <a:endPar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480"/>
              </a:spcBef>
              <a:spcAft>
                <a:spcPts val="0"/>
              </a:spcAft>
              <a:buNone/>
            </a:pPr>
            <a:endPar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480"/>
              </a:spcBef>
              <a:spcAft>
                <a:spcPts val="0"/>
              </a:spcAft>
              <a:buNone/>
            </a:pPr>
            <a:endPar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480"/>
              </a:spcBef>
              <a:spcAft>
                <a:spcPts val="0"/>
              </a:spcAft>
              <a:buNone/>
            </a:pPr>
            <a:endPar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480"/>
              </a:spcBef>
              <a:spcAft>
                <a:spcPts val="0"/>
              </a:spcAft>
              <a:buNone/>
            </a:pPr>
            <a:endPar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480"/>
              </a:spcBef>
              <a:spcAft>
                <a:spcPts val="0"/>
              </a:spcAft>
              <a:buNone/>
            </a:pPr>
            <a:endPar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480"/>
              </a:spcBef>
              <a:spcAft>
                <a:spcPts val="0"/>
              </a:spcAft>
              <a:buNone/>
            </a:pPr>
            <a:endPar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480"/>
              </a:spcBef>
              <a:spcAft>
                <a:spcPts val="0"/>
              </a:spcAft>
              <a:buNone/>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For changing color of fount – </a:t>
            </a:r>
          </a:p>
          <a:p>
            <a:pPr marL="0" lvl="0" indent="0" algn="just" rtl="0">
              <a:spcBef>
                <a:spcPts val="480"/>
              </a:spcBef>
              <a:spcAft>
                <a:spcPts val="0"/>
              </a:spcAft>
              <a:buNone/>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1.(0, 255, 0)  # Green in BGR</a:t>
            </a:r>
          </a:p>
          <a:p>
            <a:pPr marL="0" lvl="0" indent="0" algn="just" rtl="0">
              <a:spcBef>
                <a:spcPts val="480"/>
              </a:spcBef>
              <a:spcAft>
                <a:spcPts val="0"/>
              </a:spcAft>
              <a:buNone/>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2. (255, 0, 0)  # Blue in BGR</a:t>
            </a:r>
          </a:p>
          <a:p>
            <a:pPr marL="0" lvl="0" indent="0" algn="just" rtl="0">
              <a:spcBef>
                <a:spcPts val="480"/>
              </a:spcBef>
              <a:spcAft>
                <a:spcPts val="0"/>
              </a:spcAft>
              <a:buNone/>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3. (255, 255, 255)  # White in BGR</a:t>
            </a:r>
          </a:p>
        </p:txBody>
      </p:sp>
      <p:sp>
        <p:nvSpPr>
          <p:cNvPr id="2" name="Text Box 1"/>
          <p:cNvSpPr txBox="1"/>
          <p:nvPr/>
        </p:nvSpPr>
        <p:spPr>
          <a:xfrm>
            <a:off x="2667000" y="6412865"/>
            <a:ext cx="3211195" cy="439420"/>
          </a:xfrm>
          <a:prstGeom prst="rect">
            <a:avLst/>
          </a:prstGeom>
          <a:noFill/>
        </p:spPr>
        <p:txBody>
          <a:bodyPr wrap="square" rtlCol="0">
            <a:noAutofit/>
          </a:bodyPr>
          <a:lstStyle/>
          <a:p>
            <a:pPr algn="ctr"/>
            <a:r>
              <a:rPr lang="en-US" sz="1200" dirty="0">
                <a:solidFill>
                  <a:schemeClr val="tx1"/>
                </a:solidFill>
                <a:latin typeface="Times New Roman" panose="02020603050405020304" pitchFamily="18" charset="0"/>
                <a:cs typeface="Times New Roman" panose="02020603050405020304" pitchFamily="18" charset="0"/>
              </a:rPr>
              <a:t>(“Virtual Paint”)</a:t>
            </a:r>
          </a:p>
        </p:txBody>
      </p:sp>
      <p:sp>
        <p:nvSpPr>
          <p:cNvPr id="3" name="Text Box 2"/>
          <p:cNvSpPr txBox="1"/>
          <p:nvPr/>
        </p:nvSpPr>
        <p:spPr>
          <a:xfrm>
            <a:off x="0" y="6477000"/>
            <a:ext cx="3101340" cy="287655"/>
          </a:xfrm>
          <a:prstGeom prst="rect">
            <a:avLst/>
          </a:prstGeom>
          <a:noFill/>
        </p:spPr>
        <p:txBody>
          <a:bodyPr wrap="square" rtlCol="0" anchor="t">
            <a:noAutofit/>
          </a:bodyPr>
          <a:lstStyle/>
          <a:p>
            <a:pPr marL="0" lvl="0" indent="0" algn="l" rtl="0">
              <a:spcBef>
                <a:spcPts val="0"/>
              </a:spcBef>
              <a:spcAft>
                <a:spcPts val="0"/>
              </a:spcAft>
              <a:buNone/>
            </a:pPr>
            <a:r>
              <a:rPr lang="en-US" sz="1200">
                <a:solidFill>
                  <a:schemeClr val="tx1"/>
                </a:solidFill>
                <a:sym typeface="+mn-ea"/>
              </a:rPr>
              <a:t>23 October 2024</a:t>
            </a:r>
            <a:endParaRPr lang="en-US" sz="1200">
              <a:solidFill>
                <a:schemeClr val="tx1"/>
              </a:solidFill>
            </a:endParaRPr>
          </a:p>
          <a:p>
            <a:pPr marL="0" lvl="0" indent="0" algn="l" rtl="0">
              <a:spcBef>
                <a:spcPts val="0"/>
              </a:spcBef>
              <a:spcAft>
                <a:spcPts val="0"/>
              </a:spcAft>
              <a:buNone/>
            </a:pPr>
            <a:endParaRPr lang="en-US" sz="1200">
              <a:solidFill>
                <a:schemeClr val="tx1"/>
              </a:solidFill>
              <a:latin typeface="Times New Roman" panose="02020603050405020304" pitchFamily="18" charset="0"/>
              <a:cs typeface="Times New Roman" panose="02020603050405020304" pitchFamily="18" charset="0"/>
              <a:sym typeface="+mn-ea"/>
            </a:endParaRPr>
          </a:p>
        </p:txBody>
      </p:sp>
      <p:pic>
        <p:nvPicPr>
          <p:cNvPr id="5" name="Picture 4"/>
          <p:cNvPicPr>
            <a:picLocks noChangeAspect="1"/>
          </p:cNvPicPr>
          <p:nvPr/>
        </p:nvPicPr>
        <p:blipFill>
          <a:blip r:embed="rId3"/>
          <a:stretch>
            <a:fillRect/>
          </a:stretch>
        </p:blipFill>
        <p:spPr>
          <a:xfrm>
            <a:off x="914400" y="1789501"/>
            <a:ext cx="7136906" cy="294177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8"/>
          <p:cNvSpPr txBox="1">
            <a:spLocks noGrp="1"/>
          </p:cNvSpPr>
          <p:nvPr>
            <p:ph type="ctrTitle"/>
          </p:nvPr>
        </p:nvSpPr>
        <p:spPr>
          <a:xfrm>
            <a:off x="2064299" y="-194827"/>
            <a:ext cx="5091600" cy="1194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Result / Output</a:t>
            </a:r>
            <a:endParaRPr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2" name="Text Box 1"/>
          <p:cNvSpPr txBox="1"/>
          <p:nvPr/>
        </p:nvSpPr>
        <p:spPr>
          <a:xfrm>
            <a:off x="2667000" y="6412865"/>
            <a:ext cx="3211195" cy="439420"/>
          </a:xfrm>
          <a:prstGeom prst="rect">
            <a:avLst/>
          </a:prstGeom>
          <a:noFill/>
        </p:spPr>
        <p:txBody>
          <a:bodyPr wrap="square" rtlCol="0">
            <a:noAutofit/>
          </a:bodyPr>
          <a:lstStyle/>
          <a:p>
            <a:pPr algn="ctr"/>
            <a:r>
              <a:rPr lang="en-US" sz="1200" dirty="0">
                <a:solidFill>
                  <a:schemeClr val="tx1"/>
                </a:solidFill>
                <a:latin typeface="Times New Roman" panose="02020603050405020304" pitchFamily="18" charset="0"/>
                <a:cs typeface="Times New Roman" panose="02020603050405020304" pitchFamily="18" charset="0"/>
              </a:rPr>
              <a:t>(“Virtual Paint”)</a:t>
            </a:r>
          </a:p>
        </p:txBody>
      </p:sp>
      <p:sp>
        <p:nvSpPr>
          <p:cNvPr id="3" name="Text Box 2"/>
          <p:cNvSpPr txBox="1"/>
          <p:nvPr/>
        </p:nvSpPr>
        <p:spPr>
          <a:xfrm>
            <a:off x="0" y="6477000"/>
            <a:ext cx="3101340" cy="287655"/>
          </a:xfrm>
          <a:prstGeom prst="rect">
            <a:avLst/>
          </a:prstGeom>
          <a:noFill/>
        </p:spPr>
        <p:txBody>
          <a:bodyPr wrap="square" rtlCol="0" anchor="t">
            <a:noAutofit/>
          </a:bodyPr>
          <a:lstStyle/>
          <a:p>
            <a:pPr marL="0" lvl="0" indent="0" algn="l" rtl="0">
              <a:spcBef>
                <a:spcPts val="0"/>
              </a:spcBef>
              <a:spcAft>
                <a:spcPts val="0"/>
              </a:spcAft>
              <a:buNone/>
            </a:pPr>
            <a:r>
              <a:rPr lang="en-US" sz="1200">
                <a:solidFill>
                  <a:schemeClr val="tx1"/>
                </a:solidFill>
                <a:sym typeface="+mn-ea"/>
              </a:rPr>
              <a:t>23 October 2024</a:t>
            </a:r>
            <a:endParaRPr lang="en-US" sz="1200">
              <a:solidFill>
                <a:schemeClr val="tx1"/>
              </a:solidFill>
            </a:endParaRPr>
          </a:p>
          <a:p>
            <a:pPr marL="0" lvl="0" indent="0" algn="l" rtl="0">
              <a:spcBef>
                <a:spcPts val="0"/>
              </a:spcBef>
              <a:spcAft>
                <a:spcPts val="0"/>
              </a:spcAft>
              <a:buNone/>
            </a:pPr>
            <a:endParaRPr lang="en-US" sz="1200">
              <a:solidFill>
                <a:schemeClr val="tx1"/>
              </a:solidFill>
              <a:latin typeface="Times New Roman" panose="02020603050405020304" pitchFamily="18" charset="0"/>
              <a:cs typeface="Times New Roman" panose="02020603050405020304" pitchFamily="18" charset="0"/>
              <a:sym typeface="+mn-ea"/>
            </a:endParaRPr>
          </a:p>
        </p:txBody>
      </p:sp>
      <p:pic>
        <p:nvPicPr>
          <p:cNvPr id="5" name="Picture 4"/>
          <p:cNvPicPr>
            <a:picLocks noChangeAspect="1"/>
          </p:cNvPicPr>
          <p:nvPr/>
        </p:nvPicPr>
        <p:blipFill>
          <a:blip r:embed="rId3"/>
          <a:stretch>
            <a:fillRect/>
          </a:stretch>
        </p:blipFill>
        <p:spPr>
          <a:xfrm>
            <a:off x="381000" y="1447801"/>
            <a:ext cx="8403034" cy="47244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8"/>
          <p:cNvSpPr txBox="1">
            <a:spLocks noGrp="1"/>
          </p:cNvSpPr>
          <p:nvPr>
            <p:ph type="ctrTitle"/>
          </p:nvPr>
        </p:nvSpPr>
        <p:spPr>
          <a:xfrm>
            <a:off x="2064299" y="-194827"/>
            <a:ext cx="5091600" cy="1194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Result / Output</a:t>
            </a:r>
            <a:endParaRPr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2" name="Text Box 1"/>
          <p:cNvSpPr txBox="1"/>
          <p:nvPr/>
        </p:nvSpPr>
        <p:spPr>
          <a:xfrm>
            <a:off x="2667000" y="6412865"/>
            <a:ext cx="3211195" cy="439420"/>
          </a:xfrm>
          <a:prstGeom prst="rect">
            <a:avLst/>
          </a:prstGeom>
          <a:noFill/>
        </p:spPr>
        <p:txBody>
          <a:bodyPr wrap="square" rtlCol="0">
            <a:noAutofit/>
          </a:bodyPr>
          <a:lstStyle/>
          <a:p>
            <a:pPr algn="ctr"/>
            <a:r>
              <a:rPr lang="en-US" sz="1200" dirty="0">
                <a:solidFill>
                  <a:schemeClr val="tx1"/>
                </a:solidFill>
                <a:latin typeface="Times New Roman" panose="02020603050405020304" pitchFamily="18" charset="0"/>
                <a:cs typeface="Times New Roman" panose="02020603050405020304" pitchFamily="18" charset="0"/>
              </a:rPr>
              <a:t>(“Virtual Paint”)</a:t>
            </a:r>
          </a:p>
        </p:txBody>
      </p:sp>
      <p:sp>
        <p:nvSpPr>
          <p:cNvPr id="3" name="Text Box 2"/>
          <p:cNvSpPr txBox="1"/>
          <p:nvPr/>
        </p:nvSpPr>
        <p:spPr>
          <a:xfrm>
            <a:off x="0" y="6477000"/>
            <a:ext cx="3101340" cy="287655"/>
          </a:xfrm>
          <a:prstGeom prst="rect">
            <a:avLst/>
          </a:prstGeom>
          <a:noFill/>
        </p:spPr>
        <p:txBody>
          <a:bodyPr wrap="square" rtlCol="0" anchor="t">
            <a:noAutofit/>
          </a:bodyPr>
          <a:lstStyle/>
          <a:p>
            <a:pPr marL="0" lvl="0" indent="0" algn="l" rtl="0">
              <a:spcBef>
                <a:spcPts val="0"/>
              </a:spcBef>
              <a:spcAft>
                <a:spcPts val="0"/>
              </a:spcAft>
              <a:buNone/>
            </a:pPr>
            <a:r>
              <a:rPr lang="en-US" sz="1200">
                <a:solidFill>
                  <a:schemeClr val="tx1"/>
                </a:solidFill>
                <a:sym typeface="+mn-ea"/>
              </a:rPr>
              <a:t>23 October 2024</a:t>
            </a:r>
            <a:endParaRPr lang="en-US" sz="1200">
              <a:solidFill>
                <a:schemeClr val="tx1"/>
              </a:solidFill>
            </a:endParaRPr>
          </a:p>
          <a:p>
            <a:pPr marL="0" lvl="0" indent="0" algn="l" rtl="0">
              <a:spcBef>
                <a:spcPts val="0"/>
              </a:spcBef>
              <a:spcAft>
                <a:spcPts val="0"/>
              </a:spcAft>
              <a:buNone/>
            </a:pPr>
            <a:endParaRPr lang="en-US" sz="1200">
              <a:solidFill>
                <a:schemeClr val="tx1"/>
              </a:solidFill>
              <a:latin typeface="Times New Roman" panose="02020603050405020304" pitchFamily="18" charset="0"/>
              <a:cs typeface="Times New Roman" panose="02020603050405020304" pitchFamily="18" charset="0"/>
              <a:sym typeface="+mn-ea"/>
            </a:endParaRPr>
          </a:p>
        </p:txBody>
      </p:sp>
      <p:pic>
        <p:nvPicPr>
          <p:cNvPr id="5" name="Picture 4"/>
          <p:cNvPicPr>
            <a:picLocks noChangeAspect="1"/>
          </p:cNvPicPr>
          <p:nvPr/>
        </p:nvPicPr>
        <p:blipFill>
          <a:blip r:embed="rId3"/>
          <a:stretch>
            <a:fillRect/>
          </a:stretch>
        </p:blipFill>
        <p:spPr>
          <a:xfrm>
            <a:off x="2331939" y="999173"/>
            <a:ext cx="4480122" cy="2518839"/>
          </a:xfrm>
          <a:prstGeom prst="rect">
            <a:avLst/>
          </a:prstGeom>
        </p:spPr>
      </p:pic>
      <p:pic>
        <p:nvPicPr>
          <p:cNvPr id="7" name="Picture 6"/>
          <p:cNvPicPr>
            <a:picLocks noChangeAspect="1"/>
          </p:cNvPicPr>
          <p:nvPr/>
        </p:nvPicPr>
        <p:blipFill>
          <a:blip r:embed="rId4"/>
          <a:stretch>
            <a:fillRect/>
          </a:stretch>
        </p:blipFill>
        <p:spPr>
          <a:xfrm>
            <a:off x="2331939" y="3673951"/>
            <a:ext cx="4480124" cy="25188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1"/>
          <p:cNvSpPr txBox="1"/>
          <p:nvPr/>
        </p:nvSpPr>
        <p:spPr>
          <a:xfrm>
            <a:off x="1487713" y="270532"/>
            <a:ext cx="6284687" cy="862283"/>
          </a:xfrm>
          <a:prstGeom prst="rect">
            <a:avLst/>
          </a:prstGeom>
          <a:noFill/>
          <a:ln>
            <a:noFill/>
          </a:ln>
        </p:spPr>
        <p:txBody>
          <a:bodyPr spcFirstLastPara="1" wrap="square" lIns="68550" tIns="34275" rIns="68550" bIns="34275" anchor="ctr" anchorCtr="0">
            <a:noAutofit/>
          </a:bodyPr>
          <a:lstStyle/>
          <a:p>
            <a:pPr marL="0" marR="0" lvl="0" indent="0" algn="ctr" rtl="0">
              <a:lnSpc>
                <a:spcPct val="90000"/>
              </a:lnSpc>
              <a:spcBef>
                <a:spcPts val="0"/>
              </a:spcBef>
              <a:spcAft>
                <a:spcPts val="0"/>
              </a:spcAft>
              <a:buClr>
                <a:schemeClr val="dk1"/>
              </a:buClr>
              <a:buSzPts val="4000"/>
              <a:buFont typeface="Bookman Old Style" panose="02050604050505020204"/>
              <a:buNone/>
            </a:pPr>
            <a:r>
              <a:rPr lang="en-US"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Future Scope</a:t>
            </a:r>
            <a:endParaRPr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201" name="Google Shape;201;p21"/>
          <p:cNvSpPr txBox="1">
            <a:spLocks noGrp="1"/>
          </p:cNvSpPr>
          <p:nvPr>
            <p:ph type="dt" idx="10"/>
          </p:nvPr>
        </p:nvSpPr>
        <p:spPr>
          <a:xfrm>
            <a:off x="29819" y="6502125"/>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solidFill>
                  <a:schemeClr val="tx1"/>
                </a:solidFill>
                <a:sym typeface="+mn-ea"/>
              </a:rPr>
              <a:t>23 October 2024</a:t>
            </a:r>
            <a:endParaRPr lang="en-US">
              <a:solidFill>
                <a:schemeClr val="tx1"/>
              </a:solidFill>
            </a:endParaRPr>
          </a:p>
          <a:p>
            <a:pPr marL="0" lvl="0" indent="0" algn="l" rtl="0">
              <a:spcBef>
                <a:spcPts val="0"/>
              </a:spcBef>
              <a:spcAft>
                <a:spcPts val="0"/>
              </a:spcAft>
              <a:buNone/>
            </a:pPr>
            <a:endParaRPr lang="en-US"/>
          </a:p>
        </p:txBody>
      </p:sp>
      <p:sp>
        <p:nvSpPr>
          <p:cNvPr id="202" name="Google Shape;202;p21"/>
          <p:cNvSpPr txBox="1">
            <a:spLocks noGrp="1"/>
          </p:cNvSpPr>
          <p:nvPr>
            <p:ph type="ftr" idx="11"/>
          </p:nvPr>
        </p:nvSpPr>
        <p:spPr>
          <a:xfrm>
            <a:off x="1981200" y="6404905"/>
            <a:ext cx="5135216" cy="365126"/>
          </a:xfrm>
          <a:prstGeom prst="rect">
            <a:avLst/>
          </a:prstGeom>
          <a:noFill/>
          <a:ln>
            <a:noFill/>
          </a:ln>
        </p:spPr>
        <p:txBody>
          <a:bodyPr spcFirstLastPara="1" wrap="square" lIns="91425" tIns="45700" rIns="91425" bIns="45700" anchor="ctr" anchorCtr="0">
            <a:noAutofit/>
          </a:bodyPr>
          <a:lstStyle/>
          <a:p>
            <a:r>
              <a:rPr lang="en-US" i="0" dirty="0">
                <a:solidFill>
                  <a:schemeClr val="tx1"/>
                </a:solidFill>
              </a:rPr>
              <a:t>(“Virtual Paint”)</a:t>
            </a:r>
          </a:p>
          <a:p>
            <a:pPr marL="0" lvl="0" indent="0" algn="ctr" rtl="0">
              <a:spcBef>
                <a:spcPts val="0"/>
              </a:spcBef>
              <a:spcAft>
                <a:spcPts val="0"/>
              </a:spcAft>
              <a:buNone/>
            </a:pPr>
            <a:endParaRPr lang="en-US" i="0" dirty="0"/>
          </a:p>
        </p:txBody>
      </p:sp>
      <p:sp>
        <p:nvSpPr>
          <p:cNvPr id="203" name="Google Shape;203;p21"/>
          <p:cNvSpPr txBox="1"/>
          <p:nvPr/>
        </p:nvSpPr>
        <p:spPr>
          <a:xfrm>
            <a:off x="381000" y="1371600"/>
            <a:ext cx="7995000" cy="4384738"/>
          </a:xfrm>
          <a:prstGeom prst="rect">
            <a:avLst/>
          </a:prstGeom>
          <a:noFill/>
          <a:ln>
            <a:noFill/>
          </a:ln>
        </p:spPr>
        <p:txBody>
          <a:bodyPr spcFirstLastPara="1" wrap="square" lIns="91425" tIns="91425" rIns="91425" bIns="91425" anchor="t" anchorCtr="0">
            <a:noAutofit/>
          </a:bodyPr>
          <a:lstStyle/>
          <a:p>
            <a:pPr marL="374015" algn="just">
              <a:lnSpc>
                <a:spcPct val="107000"/>
              </a:lnSpc>
              <a:spcAft>
                <a:spcPts val="550"/>
              </a:spcAft>
            </a:pPr>
            <a:r>
              <a:rPr lang="en-US" sz="1800" dirty="0">
                <a:effectLst/>
                <a:latin typeface="Times New Roman" panose="02020603050405020304" pitchFamily="18" charset="0"/>
              </a:rPr>
              <a:t>In Future It Will Help For Time-Saving For Your Workforce </a:t>
            </a:r>
            <a:endParaRPr lang="en-US" sz="1800" dirty="0">
              <a:effectLst/>
              <a:latin typeface="Calibri" panose="020F0502020204030204" pitchFamily="34" charset="0"/>
            </a:endParaRPr>
          </a:p>
          <a:p>
            <a:pPr marL="342900" lvl="0" indent="-342900" algn="just">
              <a:lnSpc>
                <a:spcPct val="107000"/>
              </a:lnSpc>
              <a:spcAft>
                <a:spcPts val="550"/>
              </a:spcAft>
              <a:buFont typeface="Noto Sans Symbols"/>
              <a:buChar char="●"/>
            </a:pPr>
            <a:r>
              <a:rPr lang="en-IN" sz="2000" dirty="0">
                <a:latin typeface="Times New Roman" panose="02020603050405020304" pitchFamily="18" charset="0"/>
                <a:cs typeface="Times New Roman" panose="02020603050405020304" pitchFamily="18" charset="0"/>
              </a:rPr>
              <a:t>Educational Uses</a:t>
            </a:r>
          </a:p>
          <a:p>
            <a:pPr marL="342900" lvl="0" indent="-342900" algn="just">
              <a:lnSpc>
                <a:spcPct val="107000"/>
              </a:lnSpc>
              <a:spcAft>
                <a:spcPts val="550"/>
              </a:spcAft>
              <a:buFont typeface="Noto Sans Symbols"/>
              <a:buChar char="●"/>
            </a:pPr>
            <a:r>
              <a:rPr lang="en-IN" sz="2000" dirty="0">
                <a:latin typeface="Times New Roman" panose="02020603050405020304" pitchFamily="18" charset="0"/>
                <a:cs typeface="Times New Roman" panose="02020603050405020304" pitchFamily="18" charset="0"/>
              </a:rPr>
              <a:t>Animation Capabilities</a:t>
            </a:r>
          </a:p>
          <a:p>
            <a:pPr marL="342900" lvl="0" indent="-342900" algn="just">
              <a:lnSpc>
                <a:spcPct val="107000"/>
              </a:lnSpc>
              <a:spcAft>
                <a:spcPts val="550"/>
              </a:spcAft>
              <a:buFont typeface="Noto Sans Symbols"/>
              <a:buChar char="●"/>
            </a:pPr>
            <a:r>
              <a:rPr lang="en-IN" sz="2000" dirty="0">
                <a:latin typeface="Times New Roman" panose="02020603050405020304" pitchFamily="18" charset="0"/>
                <a:cs typeface="Times New Roman" panose="02020603050405020304" pitchFamily="18" charset="0"/>
              </a:rPr>
              <a:t>Advanced Drawing Tools</a:t>
            </a:r>
          </a:p>
          <a:p>
            <a:pPr marL="342900" lvl="0" indent="-342900" algn="just">
              <a:lnSpc>
                <a:spcPct val="107000"/>
              </a:lnSpc>
              <a:spcAft>
                <a:spcPts val="550"/>
              </a:spcAft>
              <a:buFont typeface="Noto Sans Symbols"/>
              <a:buChar char="●"/>
            </a:pPr>
            <a:r>
              <a:rPr lang="en-US" sz="2000" dirty="0">
                <a:latin typeface="Times New Roman" panose="02020603050405020304" pitchFamily="18" charset="0"/>
                <a:cs typeface="Times New Roman" panose="02020603050405020304" pitchFamily="18" charset="0"/>
              </a:rPr>
              <a:t>Integration with AI and Computer Vision</a:t>
            </a:r>
          </a:p>
          <a:p>
            <a:pPr marL="342900" lvl="0" indent="-342900" algn="just">
              <a:lnSpc>
                <a:spcPct val="107000"/>
              </a:lnSpc>
              <a:spcAft>
                <a:spcPts val="550"/>
              </a:spcAft>
              <a:buFont typeface="Noto Sans Symbols"/>
              <a:buChar char="●"/>
            </a:pPr>
            <a:r>
              <a:rPr lang="en-IN" sz="2000" dirty="0">
                <a:latin typeface="Times New Roman" panose="02020603050405020304" pitchFamily="18" charset="0"/>
                <a:cs typeface="Times New Roman" panose="02020603050405020304" pitchFamily="18" charset="0"/>
              </a:rPr>
              <a:t>Gamification</a:t>
            </a:r>
            <a:endParaRPr lang="en-US" sz="2000" dirty="0">
              <a:latin typeface="Times New Roman" panose="02020603050405020304" pitchFamily="18" charset="0"/>
              <a:cs typeface="Times New Roman" panose="02020603050405020304" pitchFamily="18" charset="0"/>
            </a:endParaRPr>
          </a:p>
          <a:p>
            <a:pPr marL="342900" lvl="0" indent="-342900" algn="just">
              <a:lnSpc>
                <a:spcPct val="107000"/>
              </a:lnSpc>
              <a:spcAft>
                <a:spcPts val="550"/>
              </a:spcAft>
              <a:buFont typeface="Noto Sans Symbols"/>
              <a:buChar char="●"/>
            </a:pPr>
            <a:endParaRPr lang="en-US" sz="2000" b="1"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1"/>
          <p:cNvSpPr txBox="1"/>
          <p:nvPr/>
        </p:nvSpPr>
        <p:spPr>
          <a:xfrm>
            <a:off x="1487713" y="270532"/>
            <a:ext cx="6284687" cy="862283"/>
          </a:xfrm>
          <a:prstGeom prst="rect">
            <a:avLst/>
          </a:prstGeom>
          <a:noFill/>
          <a:ln>
            <a:noFill/>
          </a:ln>
        </p:spPr>
        <p:txBody>
          <a:bodyPr spcFirstLastPara="1" wrap="square" lIns="68550" tIns="34275" rIns="68550" bIns="34275" anchor="ctr" anchorCtr="0">
            <a:noAutofit/>
          </a:bodyPr>
          <a:lstStyle/>
          <a:p>
            <a:pPr marL="0" marR="0" lvl="0" indent="0" algn="ctr" rtl="0">
              <a:lnSpc>
                <a:spcPct val="90000"/>
              </a:lnSpc>
              <a:spcBef>
                <a:spcPts val="0"/>
              </a:spcBef>
              <a:spcAft>
                <a:spcPts val="0"/>
              </a:spcAft>
              <a:buClr>
                <a:schemeClr val="dk1"/>
              </a:buClr>
              <a:buSzPts val="4000"/>
              <a:buFont typeface="Bookman Old Style" panose="02050604050505020204"/>
              <a:buNone/>
            </a:pPr>
            <a:r>
              <a:rPr lang="en-US"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Conclusion</a:t>
            </a:r>
            <a:endParaRPr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201" name="Google Shape;201;p21"/>
          <p:cNvSpPr txBox="1">
            <a:spLocks noGrp="1"/>
          </p:cNvSpPr>
          <p:nvPr>
            <p:ph type="dt" idx="10"/>
          </p:nvPr>
        </p:nvSpPr>
        <p:spPr>
          <a:xfrm>
            <a:off x="29819" y="6502125"/>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solidFill>
                  <a:schemeClr val="tx1"/>
                </a:solidFill>
                <a:sym typeface="+mn-ea"/>
              </a:rPr>
              <a:t>23 October 2024</a:t>
            </a:r>
            <a:endParaRPr lang="en-US">
              <a:solidFill>
                <a:schemeClr val="tx1"/>
              </a:solidFill>
            </a:endParaRPr>
          </a:p>
          <a:p>
            <a:pPr marL="0" lvl="0" indent="0" algn="l" rtl="0">
              <a:spcBef>
                <a:spcPts val="0"/>
              </a:spcBef>
              <a:spcAft>
                <a:spcPts val="0"/>
              </a:spcAft>
              <a:buNone/>
            </a:pPr>
            <a:endParaRPr lang="en-US"/>
          </a:p>
        </p:txBody>
      </p:sp>
      <p:sp>
        <p:nvSpPr>
          <p:cNvPr id="202" name="Google Shape;202;p21"/>
          <p:cNvSpPr txBox="1">
            <a:spLocks noGrp="1"/>
          </p:cNvSpPr>
          <p:nvPr>
            <p:ph type="ftr" idx="11"/>
          </p:nvPr>
        </p:nvSpPr>
        <p:spPr>
          <a:xfrm>
            <a:off x="1981200" y="6404905"/>
            <a:ext cx="5135216" cy="365126"/>
          </a:xfrm>
          <a:prstGeom prst="rect">
            <a:avLst/>
          </a:prstGeom>
          <a:noFill/>
          <a:ln>
            <a:noFill/>
          </a:ln>
        </p:spPr>
        <p:txBody>
          <a:bodyPr spcFirstLastPara="1" wrap="square" lIns="91425" tIns="45700" rIns="91425" bIns="45700" anchor="ctr" anchorCtr="0">
            <a:noAutofit/>
          </a:bodyPr>
          <a:lstStyle/>
          <a:p>
            <a:r>
              <a:rPr lang="en-US" i="0" dirty="0">
                <a:solidFill>
                  <a:schemeClr val="tx1"/>
                </a:solidFill>
              </a:rPr>
              <a:t>(“Virtual Paint”)</a:t>
            </a:r>
          </a:p>
          <a:p>
            <a:pPr marL="0" lvl="0" indent="0" algn="ctr" rtl="0">
              <a:spcBef>
                <a:spcPts val="0"/>
              </a:spcBef>
              <a:spcAft>
                <a:spcPts val="0"/>
              </a:spcAft>
              <a:buNone/>
            </a:pPr>
            <a:endParaRPr lang="en-US" i="0" dirty="0"/>
          </a:p>
        </p:txBody>
      </p:sp>
      <p:sp>
        <p:nvSpPr>
          <p:cNvPr id="203" name="Google Shape;203;p21"/>
          <p:cNvSpPr txBox="1"/>
          <p:nvPr/>
        </p:nvSpPr>
        <p:spPr>
          <a:xfrm>
            <a:off x="533400" y="1676400"/>
            <a:ext cx="7995000" cy="4384738"/>
          </a:xfrm>
          <a:prstGeom prst="rect">
            <a:avLst/>
          </a:prstGeom>
          <a:noFill/>
          <a:ln>
            <a:noFill/>
          </a:ln>
        </p:spPr>
        <p:txBody>
          <a:bodyPr spcFirstLastPara="1" wrap="square" lIns="91425" tIns="91425" rIns="91425" bIns="91425" anchor="t" anchorCtr="0">
            <a:noAutofit/>
          </a:bodyPr>
          <a:lstStyle/>
          <a:p>
            <a:pPr lvl="0" algn="just"/>
            <a:r>
              <a:rPr lang="en-US" sz="2200" dirty="0">
                <a:latin typeface="Times New Roman" panose="02020603050405020304" pitchFamily="18" charset="0"/>
                <a:cs typeface="Times New Roman" panose="02020603050405020304" pitchFamily="18" charset="0"/>
              </a:rPr>
              <a:t>The Virtual Paint project, developed using Python, serves as an engaging platform for digital drawing and creativity. Its simplicity makes it accessible to users of all skill levels, while its potential for future enhancements—such as advanced drawing tools, AI integration, and collaboration features—ensures its relevance in both educational and professional contexts. By incorporating technologies like OpenCV for gesture recognition and network programming for real-time collaboration, the project could evolve into a versatile tool for artists, educators, and hobbyists. Overall, this project lays a solid foundation for creative exploration with extensive possibilities for growth and innovation.</a:t>
            </a:r>
          </a:p>
        </p:txBody>
      </p:sp>
      <p:sp>
        <p:nvSpPr>
          <p:cNvPr id="204" name="Google Shape;204;p21"/>
          <p:cNvSpPr txBox="1"/>
          <p:nvPr/>
        </p:nvSpPr>
        <p:spPr>
          <a:xfrm>
            <a:off x="928671" y="2661675"/>
            <a:ext cx="51276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1"/>
          <p:cNvSpPr txBox="1"/>
          <p:nvPr/>
        </p:nvSpPr>
        <p:spPr>
          <a:xfrm>
            <a:off x="1487713" y="270532"/>
            <a:ext cx="6284687" cy="862283"/>
          </a:xfrm>
          <a:prstGeom prst="rect">
            <a:avLst/>
          </a:prstGeom>
          <a:noFill/>
          <a:ln>
            <a:noFill/>
          </a:ln>
        </p:spPr>
        <p:txBody>
          <a:bodyPr spcFirstLastPara="1" wrap="square" lIns="68550" tIns="34275" rIns="68550" bIns="34275" anchor="ctr" anchorCtr="0">
            <a:noAutofit/>
          </a:bodyPr>
          <a:lstStyle/>
          <a:p>
            <a:pPr marL="0" marR="0" lvl="0" indent="0" algn="ctr" rtl="0">
              <a:lnSpc>
                <a:spcPct val="90000"/>
              </a:lnSpc>
              <a:spcBef>
                <a:spcPts val="0"/>
              </a:spcBef>
              <a:spcAft>
                <a:spcPts val="0"/>
              </a:spcAft>
              <a:buClr>
                <a:schemeClr val="dk1"/>
              </a:buClr>
              <a:buSzPts val="4000"/>
              <a:buFont typeface="Bookman Old Style" panose="02050604050505020204"/>
              <a:buNone/>
            </a:pPr>
            <a:r>
              <a:rPr lang="en-US"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References</a:t>
            </a:r>
            <a:endParaRPr sz="3600" b="1" i="1" dirty="0">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201" name="Google Shape;201;p21"/>
          <p:cNvSpPr txBox="1">
            <a:spLocks noGrp="1"/>
          </p:cNvSpPr>
          <p:nvPr>
            <p:ph type="dt" idx="10"/>
          </p:nvPr>
        </p:nvSpPr>
        <p:spPr>
          <a:xfrm>
            <a:off x="29819" y="6502125"/>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solidFill>
                  <a:schemeClr val="tx1"/>
                </a:solidFill>
                <a:sym typeface="+mn-ea"/>
              </a:rPr>
              <a:t>23 October 2024</a:t>
            </a:r>
            <a:endParaRPr lang="en-US">
              <a:solidFill>
                <a:schemeClr val="tx1"/>
              </a:solidFill>
            </a:endParaRPr>
          </a:p>
          <a:p>
            <a:pPr marL="0" lvl="0" indent="0" algn="l" rtl="0">
              <a:spcBef>
                <a:spcPts val="0"/>
              </a:spcBef>
              <a:spcAft>
                <a:spcPts val="0"/>
              </a:spcAft>
              <a:buNone/>
            </a:pPr>
            <a:endParaRPr lang="en-US"/>
          </a:p>
        </p:txBody>
      </p:sp>
      <p:sp>
        <p:nvSpPr>
          <p:cNvPr id="202" name="Google Shape;202;p21"/>
          <p:cNvSpPr txBox="1">
            <a:spLocks noGrp="1"/>
          </p:cNvSpPr>
          <p:nvPr>
            <p:ph type="ftr" idx="11"/>
          </p:nvPr>
        </p:nvSpPr>
        <p:spPr>
          <a:xfrm>
            <a:off x="1981200" y="6404905"/>
            <a:ext cx="5135216" cy="365126"/>
          </a:xfrm>
          <a:prstGeom prst="rect">
            <a:avLst/>
          </a:prstGeom>
          <a:noFill/>
          <a:ln>
            <a:noFill/>
          </a:ln>
        </p:spPr>
        <p:txBody>
          <a:bodyPr spcFirstLastPara="1" wrap="square" lIns="91425" tIns="45700" rIns="91425" bIns="45700" anchor="ctr" anchorCtr="0">
            <a:noAutofit/>
          </a:bodyPr>
          <a:lstStyle/>
          <a:p>
            <a:r>
              <a:rPr lang="en-US" i="0" dirty="0">
                <a:solidFill>
                  <a:schemeClr val="tx1"/>
                </a:solidFill>
              </a:rPr>
              <a:t>(“Virtual Paint”)</a:t>
            </a:r>
          </a:p>
          <a:p>
            <a:pPr marL="0" lvl="0" indent="0" algn="ctr" rtl="0">
              <a:spcBef>
                <a:spcPts val="0"/>
              </a:spcBef>
              <a:spcAft>
                <a:spcPts val="0"/>
              </a:spcAft>
              <a:buNone/>
            </a:pPr>
            <a:endParaRPr lang="en-US" i="0" dirty="0"/>
          </a:p>
        </p:txBody>
      </p:sp>
      <p:sp>
        <p:nvSpPr>
          <p:cNvPr id="203" name="Google Shape;203;p21"/>
          <p:cNvSpPr txBox="1"/>
          <p:nvPr/>
        </p:nvSpPr>
        <p:spPr>
          <a:xfrm>
            <a:off x="533400" y="1676400"/>
            <a:ext cx="7995000" cy="4384738"/>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2000" dirty="0">
                <a:solidFill>
                  <a:schemeClr val="tx1">
                    <a:lumMod val="95000"/>
                    <a:lumOff val="5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[1]. </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David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lee,Juon</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hub Lee,”</a:t>
            </a: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virtualization of pen head for digital</a:t>
            </a: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drawing”,</a:t>
            </a: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Published</a:t>
            </a: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07 October 2022</a:t>
            </a:r>
            <a:endParaRPr lang="en-US" sz="2000" dirty="0">
              <a:solidFill>
                <a:schemeClr val="tx1">
                  <a:lumMod val="95000"/>
                  <a:lumOff val="5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r>
              <a:rPr lang="en-US" sz="2000" dirty="0">
                <a:solidFill>
                  <a:schemeClr val="tx1">
                    <a:lumMod val="95000"/>
                    <a:lumOff val="5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[2]. </a:t>
            </a:r>
            <a:r>
              <a:rPr lang="en-US" sz="2000" dirty="0" err="1">
                <a:solidFill>
                  <a:schemeClr val="tx1">
                    <a:lumMod val="95000"/>
                    <a:lumOff val="5000"/>
                  </a:schemeClr>
                </a:solidFill>
                <a:highlight>
                  <a:srgbClr val="FFFFFF"/>
                </a:highlight>
                <a:uFill>
                  <a:noFill/>
                </a:u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Nanditha</a:t>
            </a:r>
            <a:r>
              <a:rPr lang="en-US" sz="2000" dirty="0">
                <a:solidFill>
                  <a:schemeClr val="tx1">
                    <a:lumMod val="95000"/>
                    <a:lumOff val="5000"/>
                  </a:schemeClr>
                </a:solidFill>
                <a:highlight>
                  <a:srgbClr val="FFFFFF"/>
                </a:highlight>
                <a:uFill>
                  <a:noFill/>
                </a:u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G. Bharadwaj; </a:t>
            </a:r>
            <a:r>
              <a:rPr lang="en-US" sz="2000" dirty="0" err="1">
                <a:solidFill>
                  <a:schemeClr val="tx1">
                    <a:lumMod val="95000"/>
                    <a:lumOff val="5000"/>
                  </a:schemeClr>
                </a:solidFill>
                <a:highlight>
                  <a:srgbClr val="FFFFFF"/>
                </a:highlight>
                <a:uFill>
                  <a:noFill/>
                </a:u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Nanditha</a:t>
            </a:r>
            <a:r>
              <a:rPr lang="en-US" sz="2000" dirty="0">
                <a:solidFill>
                  <a:schemeClr val="tx1">
                    <a:lumMod val="95000"/>
                    <a:lumOff val="5000"/>
                  </a:schemeClr>
                </a:solidFill>
                <a:highlight>
                  <a:srgbClr val="FFFFFF"/>
                </a:highlight>
                <a:uFill>
                  <a:noFill/>
                </a:u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Pa, “</a:t>
            </a:r>
            <a:r>
              <a:rPr lang="en-US" sz="2000" dirty="0" err="1">
                <a:solidFill>
                  <a:schemeClr val="tx1">
                    <a:lumMod val="95000"/>
                    <a:lumOff val="5000"/>
                  </a:schemeClr>
                </a:solidFill>
                <a:highlight>
                  <a:srgbClr val="FFFFFF"/>
                </a:highlight>
                <a:uFill>
                  <a:noFill/>
                </a:u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Smartolight</a:t>
            </a:r>
            <a:r>
              <a:rPr lang="en-US" sz="2000" dirty="0">
                <a:solidFill>
                  <a:schemeClr val="tx1">
                    <a:lumMod val="95000"/>
                    <a:lumOff val="5000"/>
                  </a:schemeClr>
                </a:solidFill>
                <a:highlight>
                  <a:srgbClr val="FFFFFF"/>
                </a:highlight>
                <a:uFill>
                  <a:noFill/>
                </a:u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-pen</a:t>
            </a:r>
            <a:r>
              <a:rPr lang="en-US" sz="2000" dirty="0">
                <a:solidFill>
                  <a:schemeClr val="tx1">
                    <a:lumMod val="95000"/>
                    <a:lumOff val="5000"/>
                  </a:schemeClr>
                </a:solidFill>
                <a:highlight>
                  <a:srgbClr val="FFFFFF"/>
                </a:highlight>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and User Interface Screen enabled with URL detection”</a:t>
            </a:r>
            <a:r>
              <a:rPr lang="en-US" sz="2000" dirty="0">
                <a:solidFill>
                  <a:schemeClr val="tx1">
                    <a:lumMod val="95000"/>
                    <a:lumOff val="5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2022 IEEE North Karnataka</a:t>
            </a:r>
            <a:r>
              <a:rPr lang="en-US" sz="2000" dirty="0">
                <a:solidFill>
                  <a:schemeClr val="tx1">
                    <a:lumMod val="95000"/>
                    <a:lumOff val="5000"/>
                  </a:schemeClr>
                </a:solidFill>
                <a:highlight>
                  <a:schemeClr val="lt1"/>
                </a:highlight>
                <a:uFill>
                  <a:noFill/>
                </a:u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subsection flagship international conference (NK Con)</a:t>
            </a:r>
            <a:endParaRPr lang="en-US" sz="2000" dirty="0">
              <a:solidFill>
                <a:schemeClr val="tx1">
                  <a:lumMod val="95000"/>
                  <a:lumOff val="5000"/>
                </a:schemeClr>
              </a:solidFill>
              <a:highlight>
                <a:schemeClr val="lt1"/>
              </a:highlight>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r>
              <a:rPr lang="en-US" sz="2000" dirty="0">
                <a:solidFill>
                  <a:schemeClr val="tx1">
                    <a:lumMod val="95000"/>
                    <a:lumOff val="5000"/>
                  </a:schemeClr>
                </a:solidFill>
                <a:highlight>
                  <a:schemeClr val="lt1"/>
                </a:highlight>
                <a:latin typeface="Times New Roman" panose="02020603050405020304" pitchFamily="18" charset="0"/>
                <a:ea typeface="Times New Roman" panose="02020603050405020304"/>
                <a:cs typeface="Times New Roman" panose="02020603050405020304" pitchFamily="18" charset="0"/>
                <a:sym typeface="Times New Roman" panose="02020603050405020304"/>
              </a:rPr>
              <a:t>[3].</a:t>
            </a:r>
            <a:r>
              <a:rPr lang="en-US" sz="2000" dirty="0" err="1">
                <a:solidFill>
                  <a:schemeClr val="tx1">
                    <a:lumMod val="95000"/>
                    <a:lumOff val="5000"/>
                  </a:schemeClr>
                </a:solidFill>
                <a:highlight>
                  <a:schemeClr val="lt1"/>
                </a:highlight>
                <a:latin typeface="Times New Roman" panose="02020603050405020304" pitchFamily="18" charset="0"/>
                <a:ea typeface="Times New Roman" panose="02020603050405020304"/>
                <a:cs typeface="Times New Roman" panose="02020603050405020304" pitchFamily="18" charset="0"/>
                <a:sym typeface="Times New Roman" panose="02020603050405020304"/>
              </a:rPr>
              <a:t>Hanbit</a:t>
            </a:r>
            <a:r>
              <a:rPr lang="en-US" sz="2000" dirty="0">
                <a:solidFill>
                  <a:schemeClr val="tx1">
                    <a:lumMod val="95000"/>
                    <a:lumOff val="5000"/>
                  </a:schemeClr>
                </a:solidFill>
                <a:highlight>
                  <a:schemeClr val="lt1"/>
                </a:highlight>
                <a:latin typeface="Times New Roman" panose="02020603050405020304" pitchFamily="18" charset="0"/>
                <a:ea typeface="Times New Roman" panose="02020603050405020304"/>
                <a:cs typeface="Times New Roman" panose="02020603050405020304" pitchFamily="18" charset="0"/>
                <a:sym typeface="Times New Roman" panose="02020603050405020304"/>
              </a:rPr>
              <a:t> Park </a:t>
            </a:r>
            <a:r>
              <a:rPr lang="en-US" sz="2000" dirty="0" err="1">
                <a:solidFill>
                  <a:schemeClr val="tx1">
                    <a:lumMod val="95000"/>
                    <a:lumOff val="5000"/>
                  </a:schemeClr>
                </a:solidFill>
                <a:highlight>
                  <a:schemeClr val="lt1"/>
                </a:highlight>
                <a:latin typeface="Times New Roman" panose="02020603050405020304" pitchFamily="18" charset="0"/>
                <a:ea typeface="Times New Roman" panose="02020603050405020304"/>
                <a:cs typeface="Times New Roman" panose="02020603050405020304" pitchFamily="18" charset="0"/>
                <a:sym typeface="Times New Roman" panose="02020603050405020304"/>
              </a:rPr>
              <a:t>Minsoon</a:t>
            </a:r>
            <a:r>
              <a:rPr lang="en-US" sz="2000" dirty="0">
                <a:solidFill>
                  <a:schemeClr val="tx1">
                    <a:lumMod val="95000"/>
                    <a:lumOff val="5000"/>
                  </a:schemeClr>
                </a:solidFill>
                <a:highlight>
                  <a:schemeClr val="lt1"/>
                </a:highlight>
                <a:latin typeface="Times New Roman" panose="02020603050405020304" pitchFamily="18" charset="0"/>
                <a:ea typeface="Times New Roman" panose="02020603050405020304"/>
                <a:cs typeface="Times New Roman" panose="02020603050405020304" pitchFamily="18" charset="0"/>
                <a:sym typeface="Times New Roman" panose="02020603050405020304"/>
              </a:rPr>
              <a:t> Hahn , “Digital painting tool with shaking interaction”, INSPEC </a:t>
            </a:r>
            <a:r>
              <a:rPr lang="en-US" sz="2000" dirty="0">
                <a:solidFill>
                  <a:schemeClr val="tx1">
                    <a:lumMod val="95000"/>
                    <a:lumOff val="5000"/>
                  </a:schemeClr>
                </a:solidFill>
                <a:highlight>
                  <a:srgbClr val="FFFFFF"/>
                </a:highlight>
                <a:latin typeface="Times New Roman" panose="02020603050405020304" pitchFamily="18" charset="0"/>
                <a:ea typeface="Times New Roman" panose="02020603050405020304"/>
                <a:cs typeface="Times New Roman" panose="02020603050405020304" pitchFamily="18" charset="0"/>
                <a:sym typeface="Times New Roman" panose="02020603050405020304"/>
              </a:rPr>
              <a:t>Date Added to IEEE Xplore</a:t>
            </a:r>
            <a:r>
              <a:rPr lang="en-US" sz="2000" b="1" dirty="0">
                <a:solidFill>
                  <a:schemeClr val="tx1">
                    <a:lumMod val="95000"/>
                    <a:lumOff val="5000"/>
                  </a:schemeClr>
                </a:solidFill>
                <a:highlight>
                  <a:srgbClr val="FFFFFF"/>
                </a:highlight>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r>
              <a:rPr lang="en-US" sz="2000" dirty="0">
                <a:solidFill>
                  <a:schemeClr val="tx1">
                    <a:lumMod val="95000"/>
                    <a:lumOff val="5000"/>
                  </a:schemeClr>
                </a:solidFill>
                <a:highlight>
                  <a:srgbClr val="FFFFFF"/>
                </a:highlight>
                <a:latin typeface="Times New Roman" panose="02020603050405020304" pitchFamily="18" charset="0"/>
                <a:ea typeface="Times New Roman" panose="02020603050405020304"/>
                <a:cs typeface="Times New Roman" panose="02020603050405020304" pitchFamily="18" charset="0"/>
                <a:sym typeface="Times New Roman" panose="02020603050405020304"/>
              </a:rPr>
              <a:t>03 August 2021.</a:t>
            </a:r>
          </a:p>
          <a:p>
            <a:pPr algn="just" fontAlgn="ctr"/>
            <a:r>
              <a:rPr lang="en-US" sz="2000" dirty="0">
                <a:solidFill>
                  <a:schemeClr val="tx1">
                    <a:lumMod val="95000"/>
                    <a:lumOff val="5000"/>
                  </a:schemeClr>
                </a:solidFill>
                <a:highlight>
                  <a:srgbClr val="FFFFFF"/>
                </a:highlight>
                <a:latin typeface="Times New Roman" panose="02020603050405020304" pitchFamily="18" charset="0"/>
                <a:ea typeface="Times New Roman" panose="02020603050405020304"/>
                <a:cs typeface="Times New Roman" panose="02020603050405020304" pitchFamily="18" charset="0"/>
                <a:sym typeface="Times New Roman" panose="02020603050405020304"/>
              </a:rPr>
              <a:t>[4].</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Bruce Wands,,</a:t>
            </a:r>
            <a:r>
              <a:rPr lang="en-US" sz="2000" dirty="0">
                <a:solidFill>
                  <a:schemeClr val="tx1">
                    <a:lumMod val="95000"/>
                    <a:lumOff val="5000"/>
                  </a:schemeClr>
                </a:solidFill>
                <a:highlight>
                  <a:srgbClr val="FFFFFF"/>
                </a:highlight>
                <a:latin typeface="Times New Roman" panose="02020603050405020304" pitchFamily="18" charset="0"/>
                <a:cs typeface="Times New Roman" panose="02020603050405020304" pitchFamily="18" charset="0"/>
                <a:sym typeface="Times New Roman" panose="02020603050405020304"/>
              </a:rPr>
              <a:t>”</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Art of The Digital Age</a:t>
            </a:r>
            <a:r>
              <a:rPr lang="en-US" sz="2000" dirty="0">
                <a:solidFill>
                  <a:schemeClr val="tx1">
                    <a:lumMod val="95000"/>
                    <a:lumOff val="5000"/>
                  </a:schemeClr>
                </a:solidFill>
                <a:highlight>
                  <a:srgbClr val="FFFFFF"/>
                </a:highlight>
                <a:latin typeface="Times New Roman" panose="02020603050405020304" pitchFamily="18" charset="0"/>
                <a:cs typeface="Times New Roman" panose="02020603050405020304" pitchFamily="18" charset="0"/>
                <a:sym typeface="Times New Roman" panose="02020603050405020304"/>
              </a:rPr>
              <a:t>”,</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Thames and Hudson University of Brighton Publication status Published - 2021 </a:t>
            </a:r>
          </a:p>
          <a:p>
            <a:pPr algn="just" fontAlgn="ct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[5]. </a:t>
            </a:r>
            <a:r>
              <a:rPr lang="en-US" sz="2000" dirty="0">
                <a:solidFill>
                  <a:schemeClr val="tx1">
                    <a:lumMod val="95000"/>
                    <a:lumOff val="5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D. Sobczyk, V. Boyer and J-J. Bourdin, “The Virtual Painting </a:t>
            </a:r>
            <a:r>
              <a:rPr lang="en-US" sz="2000" dirty="0" err="1">
                <a:solidFill>
                  <a:schemeClr val="tx1">
                    <a:lumMod val="95000"/>
                    <a:lumOff val="5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Paintbox”,Université</a:t>
            </a:r>
            <a:r>
              <a:rPr lang="en-US" sz="2000" dirty="0">
                <a:solidFill>
                  <a:schemeClr val="tx1">
                    <a:lumMod val="95000"/>
                    <a:lumOff val="5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Paris 8,2020</a:t>
            </a:r>
          </a:p>
          <a:p>
            <a:pPr algn="just" fontAlgn="ctr"/>
            <a:endParaRPr lang="en-US" sz="2000" dirty="0">
              <a:latin typeface="Times New Roman" panose="02020603050405020304" pitchFamily="18" charset="0"/>
              <a:cs typeface="Times New Roman" panose="02020603050405020304" pitchFamily="18" charset="0"/>
            </a:endParaRPr>
          </a:p>
          <a:p>
            <a:pPr algn="just"/>
            <a:endParaRPr lang="en-US" sz="2000" i="1" dirty="0">
              <a:latin typeface="Times New Roman" panose="02020603050405020304" pitchFamily="18" charset="0"/>
              <a:cs typeface="Times New Roman" panose="02020603050405020304" pitchFamily="18" charset="0"/>
            </a:endParaRPr>
          </a:p>
          <a:p>
            <a:pPr lvl="0" algn="just"/>
            <a:endParaRPr lang="en-US" sz="1800" dirty="0">
              <a:latin typeface="18"/>
            </a:endParaRPr>
          </a:p>
        </p:txBody>
      </p:sp>
      <p:sp>
        <p:nvSpPr>
          <p:cNvPr id="204" name="Google Shape;204;p21"/>
          <p:cNvSpPr txBox="1"/>
          <p:nvPr/>
        </p:nvSpPr>
        <p:spPr>
          <a:xfrm>
            <a:off x="928671" y="2661675"/>
            <a:ext cx="51276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2"/>
          <p:cNvSpPr txBox="1">
            <a:spLocks noGrp="1"/>
          </p:cNvSpPr>
          <p:nvPr>
            <p:ph type="ctrTitle"/>
          </p:nvPr>
        </p:nvSpPr>
        <p:spPr>
          <a:xfrm>
            <a:off x="685800" y="2691835"/>
            <a:ext cx="7772400" cy="1102519"/>
          </a:xfrm>
          <a:prstGeom prst="rect">
            <a:avLst/>
          </a:prstGeom>
          <a:noFill/>
          <a:ln>
            <a:noFill/>
          </a:ln>
        </p:spPr>
        <p:txBody>
          <a:bodyPr spcFirstLastPara="1" wrap="square" lIns="68550" tIns="34275" rIns="68550" bIns="34275" anchor="ctr" anchorCtr="0">
            <a:noAutofit/>
          </a:bodyPr>
          <a:lstStyle/>
          <a:p>
            <a:pPr marL="0" lvl="0" indent="0" algn="ctr" rtl="0">
              <a:spcBef>
                <a:spcPts val="0"/>
              </a:spcBef>
              <a:spcAft>
                <a:spcPts val="0"/>
              </a:spcAft>
              <a:buClr>
                <a:srgbClr val="0070C0"/>
              </a:buClr>
              <a:buSzPts val="7200"/>
              <a:buFont typeface="Bookman Old Style" panose="02050604050505020204"/>
              <a:buNone/>
            </a:pPr>
            <a:r>
              <a:rPr lang="en-US" sz="7200" b="1" i="1">
                <a:solidFill>
                  <a:srgbClr val="0070C0"/>
                </a:solidFill>
                <a:latin typeface="Bookman Old Style" panose="02050604050505020204"/>
                <a:ea typeface="Bookman Old Style" panose="02050604050505020204"/>
                <a:cs typeface="Bookman Old Style" panose="02050604050505020204"/>
                <a:sym typeface="Bookman Old Style" panose="02050604050505020204"/>
              </a:rPr>
              <a:t>THANK YOU!</a:t>
            </a:r>
            <a:endParaRPr sz="7200" b="1" i="1">
              <a:solidFill>
                <a:srgbClr val="0070C0"/>
              </a:solidFill>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210" name="Google Shape;210;p22"/>
          <p:cNvSpPr txBox="1">
            <a:spLocks noGrp="1"/>
          </p:cNvSpPr>
          <p:nvPr>
            <p:ph type="dt" idx="10"/>
          </p:nvPr>
        </p:nvSpPr>
        <p:spPr>
          <a:xfrm>
            <a:off x="29819" y="6502125"/>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solidFill>
                  <a:schemeClr val="tx1"/>
                </a:solidFill>
                <a:sym typeface="+mn-ea"/>
              </a:rPr>
              <a:t>23 October 2024</a:t>
            </a:r>
            <a:endParaRPr lang="en-US">
              <a:solidFill>
                <a:schemeClr val="tx1"/>
              </a:solidFill>
            </a:endParaRPr>
          </a:p>
          <a:p>
            <a:pPr marL="0" lvl="0" indent="0" algn="l" rtl="0">
              <a:spcBef>
                <a:spcPts val="0"/>
              </a:spcBef>
              <a:spcAft>
                <a:spcPts val="0"/>
              </a:spcAft>
              <a:buNone/>
            </a:pPr>
            <a:endParaRPr lang="en-US"/>
          </a:p>
        </p:txBody>
      </p:sp>
      <p:sp>
        <p:nvSpPr>
          <p:cNvPr id="211" name="Google Shape;211;p22"/>
          <p:cNvSpPr txBox="1">
            <a:spLocks noGrp="1"/>
          </p:cNvSpPr>
          <p:nvPr>
            <p:ph type="ftr" idx="11"/>
          </p:nvPr>
        </p:nvSpPr>
        <p:spPr>
          <a:xfrm>
            <a:off x="1981200" y="6336889"/>
            <a:ext cx="5135216" cy="422136"/>
          </a:xfrm>
          <a:prstGeom prst="rect">
            <a:avLst/>
          </a:prstGeom>
          <a:noFill/>
          <a:ln>
            <a:noFill/>
          </a:ln>
        </p:spPr>
        <p:txBody>
          <a:bodyPr spcFirstLastPara="1" wrap="square" lIns="91425" tIns="45700" rIns="91425" bIns="45700" anchor="ctr" anchorCtr="0">
            <a:noAutofit/>
          </a:bodyPr>
          <a:lstStyle/>
          <a:p>
            <a:r>
              <a:rPr lang="en-US" dirty="0">
                <a:solidFill>
                  <a:schemeClr val="tx1"/>
                </a:solidFill>
              </a:rPr>
              <a:t>(“Virtual Paint”)</a:t>
            </a:r>
          </a:p>
          <a:p>
            <a:pPr marL="0" lvl="0" indent="0" algn="ctr" rtl="0">
              <a:spcBef>
                <a:spcPts val="0"/>
              </a:spcBef>
              <a:spcAft>
                <a:spcPts val="0"/>
              </a:spcAft>
              <a:buNone/>
            </a:pPr>
            <a:endParaRPr 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672*295"/>
  <p:tag name="TABLE_ENDDRAG_RECT" val="34*209*672*295"/>
</p:tagLst>
</file>

<file path=ppt/theme/theme1.xml><?xml version="1.0" encoding="utf-8"?>
<a:theme xmlns:a="http://schemas.openxmlformats.org/drawingml/2006/main" name="ICINC">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TotalTime>
  <Words>1073</Words>
  <Application>Microsoft Office PowerPoint</Application>
  <PresentationFormat>On-screen Show (4:3)</PresentationFormat>
  <Paragraphs>173</Paragraphs>
  <Slides>17</Slides>
  <Notes>17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18</vt:lpstr>
      <vt:lpstr>Arial</vt:lpstr>
      <vt:lpstr>Arial Italics</vt:lpstr>
      <vt:lpstr>Bookman Old Style</vt:lpstr>
      <vt:lpstr>Calibri</vt:lpstr>
      <vt:lpstr>Noto Sans Symbols</vt:lpstr>
      <vt:lpstr>Times New Roman</vt:lpstr>
      <vt:lpstr>Times New Roman Bold</vt:lpstr>
      <vt:lpstr>TT Phobos Bold Italics</vt:lpstr>
      <vt:lpstr>ICINC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Implementation</vt:lpstr>
      <vt:lpstr>Implementation</vt:lpstr>
      <vt:lpstr>Implementation</vt:lpstr>
      <vt:lpstr>Result / Output</vt:lpstr>
      <vt:lpstr>Result / Output</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soham bhere</cp:lastModifiedBy>
  <cp:revision>63</cp:revision>
  <dcterms:created xsi:type="dcterms:W3CDTF">2024-09-06T06:25:00Z</dcterms:created>
  <dcterms:modified xsi:type="dcterms:W3CDTF">2024-10-23T05:39:21Z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14FC915AD48E460EBEF968382771A24E_13</vt:lpwstr>
  </property>
  <property fmtid="{D5CDD505-2E9C-101B-9397-08002B2CF9AE}" pid="3" name="KSOProductBuildVer">
    <vt:lpwstr>1033-12.2.0.18283</vt:lpwstr>
  </property>
</Properties>
</file>